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3"/>
  </p:notesMasterIdLst>
  <p:sldIdLst>
    <p:sldId id="256" r:id="rId5"/>
    <p:sldId id="257" r:id="rId6"/>
    <p:sldId id="259" r:id="rId7"/>
    <p:sldId id="278" r:id="rId8"/>
    <p:sldId id="265" r:id="rId9"/>
    <p:sldId id="273" r:id="rId10"/>
    <p:sldId id="258" r:id="rId11"/>
    <p:sldId id="274" r:id="rId12"/>
    <p:sldId id="275" r:id="rId13"/>
    <p:sldId id="266" r:id="rId14"/>
    <p:sldId id="279" r:id="rId15"/>
    <p:sldId id="271"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Lst>
  <p:sldSz cx="18288000" cy="10287000"/>
  <p:notesSz cx="6858000" cy="9144000"/>
  <p:embeddedFontLst>
    <p:embeddedFont>
      <p:font typeface="Archivo Black" panose="020B0604020202020204" charset="0"/>
      <p:regular r:id="rId34"/>
    </p:embeddedFont>
    <p:embeddedFont>
      <p:font typeface="Garet" panose="020B0604020202020204" charset="0"/>
      <p:regular r:id="rId35"/>
    </p:embeddedFont>
    <p:embeddedFont>
      <p:font typeface="Garet Bold"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EABEAD-B0FC-48ED-8586-4F8C292480C7}" v="3" dt="2026-02-23T17:55:05.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972" y="5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1.fntdata"/><Relationship Id="rId42"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a Barbosa de Melo" userId="faed3217-556f-4326-a110-3be8cd89edd9" providerId="ADAL" clId="{EE13A5FF-5000-4168-93D9-56C83F664890}"/>
    <pc:docChg chg="undo custSel addSld delSld modSld sldOrd">
      <pc:chgData name="Carolina Barbosa de Melo" userId="faed3217-556f-4326-a110-3be8cd89edd9" providerId="ADAL" clId="{EE13A5FF-5000-4168-93D9-56C83F664890}" dt="2026-02-23T17:55:05.722" v="2052"/>
      <pc:docMkLst>
        <pc:docMk/>
      </pc:docMkLst>
      <pc:sldChg chg="add del setBg">
        <pc:chgData name="Carolina Barbosa de Melo" userId="faed3217-556f-4326-a110-3be8cd89edd9" providerId="ADAL" clId="{EE13A5FF-5000-4168-93D9-56C83F664890}" dt="2026-02-23T17:55:05.722" v="2052"/>
        <pc:sldMkLst>
          <pc:docMk/>
          <pc:sldMk cId="0" sldId="284"/>
        </pc:sldMkLst>
      </pc:sldChg>
      <pc:sldChg chg="add del">
        <pc:chgData name="Carolina Barbosa de Melo" userId="faed3217-556f-4326-a110-3be8cd89edd9" providerId="ADAL" clId="{EE13A5FF-5000-4168-93D9-56C83F664890}" dt="2026-02-23T17:55:05.722" v="2052"/>
        <pc:sldMkLst>
          <pc:docMk/>
          <pc:sldMk cId="0" sldId="285"/>
        </pc:sldMkLst>
      </pc:sldChg>
      <pc:sldChg chg="add del">
        <pc:chgData name="Carolina Barbosa de Melo" userId="faed3217-556f-4326-a110-3be8cd89edd9" providerId="ADAL" clId="{EE13A5FF-5000-4168-93D9-56C83F664890}" dt="2026-02-23T17:55:05.722" v="2052"/>
        <pc:sldMkLst>
          <pc:docMk/>
          <pc:sldMk cId="0" sldId="286"/>
        </pc:sldMkLst>
      </pc:sldChg>
      <pc:sldChg chg="add del">
        <pc:chgData name="Carolina Barbosa de Melo" userId="faed3217-556f-4326-a110-3be8cd89edd9" providerId="ADAL" clId="{EE13A5FF-5000-4168-93D9-56C83F664890}" dt="2026-02-23T17:55:05.642" v="2051"/>
        <pc:sldMkLst>
          <pc:docMk/>
          <pc:sldMk cId="1728992311" sldId="287"/>
        </pc:sldMkLst>
      </pc:sldChg>
      <pc:sldChg chg="add">
        <pc:chgData name="Carolina Barbosa de Melo" userId="faed3217-556f-4326-a110-3be8cd89edd9" providerId="ADAL" clId="{EE13A5FF-5000-4168-93D9-56C83F664890}" dt="2026-02-23T17:55:05.722" v="2052"/>
        <pc:sldMkLst>
          <pc:docMk/>
          <pc:sldMk cId="3186398277" sldId="287"/>
        </pc:sldMkLst>
      </pc:sldChg>
      <pc:sldChg chg="add del">
        <pc:chgData name="Carolina Barbosa de Melo" userId="faed3217-556f-4326-a110-3be8cd89edd9" providerId="ADAL" clId="{EE13A5FF-5000-4168-93D9-56C83F664890}" dt="2026-02-23T17:55:05.722" v="2052"/>
        <pc:sldMkLst>
          <pc:docMk/>
          <pc:sldMk cId="0" sldId="288"/>
        </pc:sldMkLst>
      </pc:sldChg>
      <pc:sldChg chg="add">
        <pc:chgData name="Carolina Barbosa de Melo" userId="faed3217-556f-4326-a110-3be8cd89edd9" providerId="ADAL" clId="{EE13A5FF-5000-4168-93D9-56C83F664890}" dt="2026-02-23T17:55:05.722" v="2052"/>
        <pc:sldMkLst>
          <pc:docMk/>
          <pc:sldMk cId="3199920303" sldId="289"/>
        </pc:sldMkLst>
      </pc:sldChg>
      <pc:sldChg chg="add del">
        <pc:chgData name="Carolina Barbosa de Melo" userId="faed3217-556f-4326-a110-3be8cd89edd9" providerId="ADAL" clId="{EE13A5FF-5000-4168-93D9-56C83F664890}" dt="2026-02-23T17:55:05.642" v="2051"/>
        <pc:sldMkLst>
          <pc:docMk/>
          <pc:sldMk cId="3583888557" sldId="289"/>
        </pc:sldMkLst>
      </pc:sldChg>
      <pc:sldChg chg="add del">
        <pc:chgData name="Carolina Barbosa de Melo" userId="faed3217-556f-4326-a110-3be8cd89edd9" providerId="ADAL" clId="{EE13A5FF-5000-4168-93D9-56C83F664890}" dt="2026-02-23T17:55:05.722" v="2052"/>
        <pc:sldMkLst>
          <pc:docMk/>
          <pc:sldMk cId="0" sldId="290"/>
        </pc:sldMkLst>
      </pc:sldChg>
      <pc:sldChg chg="add del">
        <pc:chgData name="Carolina Barbosa de Melo" userId="faed3217-556f-4326-a110-3be8cd89edd9" providerId="ADAL" clId="{EE13A5FF-5000-4168-93D9-56C83F664890}" dt="2026-02-23T17:55:05.642" v="2051"/>
        <pc:sldMkLst>
          <pc:docMk/>
          <pc:sldMk cId="133963416" sldId="291"/>
        </pc:sldMkLst>
      </pc:sldChg>
      <pc:sldChg chg="add">
        <pc:chgData name="Carolina Barbosa de Melo" userId="faed3217-556f-4326-a110-3be8cd89edd9" providerId="ADAL" clId="{EE13A5FF-5000-4168-93D9-56C83F664890}" dt="2026-02-23T17:55:05.722" v="2052"/>
        <pc:sldMkLst>
          <pc:docMk/>
          <pc:sldMk cId="2081875060" sldId="291"/>
        </pc:sldMkLst>
      </pc:sldChg>
      <pc:sldChg chg="add">
        <pc:chgData name="Carolina Barbosa de Melo" userId="faed3217-556f-4326-a110-3be8cd89edd9" providerId="ADAL" clId="{EE13A5FF-5000-4168-93D9-56C83F664890}" dt="2026-02-23T17:55:05.722" v="2052"/>
        <pc:sldMkLst>
          <pc:docMk/>
          <pc:sldMk cId="1667999728" sldId="292"/>
        </pc:sldMkLst>
      </pc:sldChg>
      <pc:sldChg chg="add del">
        <pc:chgData name="Carolina Barbosa de Melo" userId="faed3217-556f-4326-a110-3be8cd89edd9" providerId="ADAL" clId="{EE13A5FF-5000-4168-93D9-56C83F664890}" dt="2026-02-23T17:55:05.642" v="2051"/>
        <pc:sldMkLst>
          <pc:docMk/>
          <pc:sldMk cId="2524896971" sldId="292"/>
        </pc:sldMkLst>
      </pc:sldChg>
      <pc:sldChg chg="add del">
        <pc:chgData name="Carolina Barbosa de Melo" userId="faed3217-556f-4326-a110-3be8cd89edd9" providerId="ADAL" clId="{EE13A5FF-5000-4168-93D9-56C83F664890}" dt="2026-02-23T17:55:05.642" v="2051"/>
        <pc:sldMkLst>
          <pc:docMk/>
          <pc:sldMk cId="2706153484" sldId="293"/>
        </pc:sldMkLst>
      </pc:sldChg>
      <pc:sldChg chg="add">
        <pc:chgData name="Carolina Barbosa de Melo" userId="faed3217-556f-4326-a110-3be8cd89edd9" providerId="ADAL" clId="{EE13A5FF-5000-4168-93D9-56C83F664890}" dt="2026-02-23T17:55:05.722" v="2052"/>
        <pc:sldMkLst>
          <pc:docMk/>
          <pc:sldMk cId="3762776632" sldId="293"/>
        </pc:sldMkLst>
      </pc:sldChg>
      <pc:sldChg chg="add">
        <pc:chgData name="Carolina Barbosa de Melo" userId="faed3217-556f-4326-a110-3be8cd89edd9" providerId="ADAL" clId="{EE13A5FF-5000-4168-93D9-56C83F664890}" dt="2026-02-23T17:55:05.722" v="2052"/>
        <pc:sldMkLst>
          <pc:docMk/>
          <pc:sldMk cId="780864767" sldId="294"/>
        </pc:sldMkLst>
      </pc:sldChg>
      <pc:sldChg chg="add del">
        <pc:chgData name="Carolina Barbosa de Melo" userId="faed3217-556f-4326-a110-3be8cd89edd9" providerId="ADAL" clId="{EE13A5FF-5000-4168-93D9-56C83F664890}" dt="2026-02-23T17:55:05.642" v="2051"/>
        <pc:sldMkLst>
          <pc:docMk/>
          <pc:sldMk cId="3762460627" sldId="294"/>
        </pc:sldMkLst>
      </pc:sldChg>
      <pc:sldChg chg="add del">
        <pc:chgData name="Carolina Barbosa de Melo" userId="faed3217-556f-4326-a110-3be8cd89edd9" providerId="ADAL" clId="{EE13A5FF-5000-4168-93D9-56C83F664890}" dt="2026-02-23T17:55:05.642" v="2051"/>
        <pc:sldMkLst>
          <pc:docMk/>
          <pc:sldMk cId="1907101800" sldId="295"/>
        </pc:sldMkLst>
      </pc:sldChg>
      <pc:sldChg chg="add">
        <pc:chgData name="Carolina Barbosa de Melo" userId="faed3217-556f-4326-a110-3be8cd89edd9" providerId="ADAL" clId="{EE13A5FF-5000-4168-93D9-56C83F664890}" dt="2026-02-23T17:55:05.722" v="2052"/>
        <pc:sldMkLst>
          <pc:docMk/>
          <pc:sldMk cId="2979257877" sldId="29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stacked"/>
        <c:varyColors val="0"/>
        <c:ser>
          <c:idx val="0"/>
          <c:order val="0"/>
          <c:tx>
            <c:strRef>
              <c:f>Planilha1!$B$1</c:f>
              <c:strCache>
                <c:ptCount val="1"/>
                <c:pt idx="0">
                  <c:v>Série 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Planilha1!$A$2:$A$8</c:f>
              <c:strCache>
                <c:ptCount val="7"/>
                <c:pt idx="0">
                  <c:v>abril</c:v>
                </c:pt>
                <c:pt idx="1">
                  <c:v>maio</c:v>
                </c:pt>
                <c:pt idx="2">
                  <c:v>junho</c:v>
                </c:pt>
                <c:pt idx="3">
                  <c:v>julho</c:v>
                </c:pt>
                <c:pt idx="4">
                  <c:v>agosto</c:v>
                </c:pt>
                <c:pt idx="5">
                  <c:v>setembro</c:v>
                </c:pt>
                <c:pt idx="6">
                  <c:v>outubro</c:v>
                </c:pt>
              </c:strCache>
            </c:strRef>
          </c:cat>
          <c:val>
            <c:numRef>
              <c:f>Planilha1!$B$2:$B$8</c:f>
              <c:numCache>
                <c:formatCode>General</c:formatCode>
                <c:ptCount val="7"/>
                <c:pt idx="0">
                  <c:v>632</c:v>
                </c:pt>
                <c:pt idx="1">
                  <c:v>523</c:v>
                </c:pt>
                <c:pt idx="2">
                  <c:v>1089</c:v>
                </c:pt>
                <c:pt idx="3">
                  <c:v>393</c:v>
                </c:pt>
                <c:pt idx="4">
                  <c:v>810</c:v>
                </c:pt>
                <c:pt idx="5">
                  <c:v>397</c:v>
                </c:pt>
                <c:pt idx="6">
                  <c:v>1165</c:v>
                </c:pt>
              </c:numCache>
            </c:numRef>
          </c:val>
          <c:extLst>
            <c:ext xmlns:c16="http://schemas.microsoft.com/office/drawing/2014/chart" uri="{C3380CC4-5D6E-409C-BE32-E72D297353CC}">
              <c16:uniqueId val="{00000000-FE0C-4415-8C53-828AF0FCC669}"/>
            </c:ext>
          </c:extLst>
        </c:ser>
        <c:dLbls>
          <c:showLegendKey val="0"/>
          <c:showVal val="1"/>
          <c:showCatName val="0"/>
          <c:showSerName val="0"/>
          <c:showPercent val="0"/>
          <c:showBubbleSize val="0"/>
        </c:dLbls>
        <c:gapWidth val="95"/>
        <c:overlap val="100"/>
        <c:axId val="758611048"/>
        <c:axId val="758607088"/>
      </c:barChart>
      <c:catAx>
        <c:axId val="758611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cap="all" spc="120" normalizeH="0" baseline="0">
                <a:solidFill>
                  <a:schemeClr val="tx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Planilha1!$B$1</c:f>
              <c:strCache>
                <c:ptCount val="1"/>
                <c:pt idx="0">
                  <c:v>Série 1</c:v>
                </c:pt>
              </c:strCache>
            </c:strRef>
          </c:tx>
          <c:spPr>
            <a:ln w="19050" cap="rnd" cmpd="sng" algn="ctr">
              <a:solidFill>
                <a:schemeClr val="dk1">
                  <a:tint val="88500"/>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anchor="ctr" anchorCtr="1"/>
              <a:lstStyle/>
              <a:p>
                <a:pPr>
                  <a:defRPr sz="2800" b="1" i="0" u="none" strike="noStrike" kern="1200" baseline="0">
                    <a:solidFill>
                      <a:schemeClr val="dk1">
                        <a:tint val="88500"/>
                      </a:schemeClr>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Planilha1!$A$2:$A$8</c:f>
              <c:strCache>
                <c:ptCount val="7"/>
                <c:pt idx="0">
                  <c:v>abril</c:v>
                </c:pt>
                <c:pt idx="1">
                  <c:v>maio</c:v>
                </c:pt>
                <c:pt idx="2">
                  <c:v>junho</c:v>
                </c:pt>
                <c:pt idx="3">
                  <c:v>julho</c:v>
                </c:pt>
                <c:pt idx="4">
                  <c:v>agosto</c:v>
                </c:pt>
                <c:pt idx="5">
                  <c:v>setembro</c:v>
                </c:pt>
                <c:pt idx="6">
                  <c:v>outubro</c:v>
                </c:pt>
              </c:strCache>
            </c:strRef>
          </c:cat>
          <c:val>
            <c:numRef>
              <c:f>Planilha1!$B$2:$B$8</c:f>
              <c:numCache>
                <c:formatCode>General</c:formatCode>
                <c:ptCount val="7"/>
                <c:pt idx="0">
                  <c:v>5</c:v>
                </c:pt>
                <c:pt idx="1">
                  <c:v>3</c:v>
                </c:pt>
                <c:pt idx="2">
                  <c:v>5</c:v>
                </c:pt>
                <c:pt idx="3">
                  <c:v>6</c:v>
                </c:pt>
                <c:pt idx="4">
                  <c:v>16</c:v>
                </c:pt>
                <c:pt idx="5">
                  <c:v>8</c:v>
                </c:pt>
                <c:pt idx="6">
                  <c:v>11</c:v>
                </c:pt>
              </c:numCache>
            </c:numRef>
          </c:val>
          <c:smooth val="0"/>
          <c:extLst>
            <c:ext xmlns:c16="http://schemas.microsoft.com/office/drawing/2014/chart" uri="{C3380CC4-5D6E-409C-BE32-E72D297353CC}">
              <c16:uniqueId val="{00000000-FE0C-4415-8C53-828AF0FCC669}"/>
            </c:ext>
          </c:extLst>
        </c:ser>
        <c:dLbls>
          <c:dLblPos val="ctr"/>
          <c:showLegendKey val="0"/>
          <c:showVal val="1"/>
          <c:showCatName val="0"/>
          <c:showSerName val="0"/>
          <c:showPercent val="0"/>
          <c:showBubbleSize val="0"/>
        </c:dLbls>
        <c:marker val="1"/>
        <c:smooth val="0"/>
        <c:axId val="758611048"/>
        <c:axId val="758607088"/>
      </c:lineChart>
      <c:catAx>
        <c:axId val="75861104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sz="2800"/>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stacked"/>
        <c:varyColors val="0"/>
        <c:ser>
          <c:idx val="0"/>
          <c:order val="0"/>
          <c:tx>
            <c:strRef>
              <c:f>Planilha1!$B$1</c:f>
              <c:strCache>
                <c:ptCount val="1"/>
                <c:pt idx="0">
                  <c:v>Série 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Planilha1!$A$2:$A$11</c:f>
              <c:strCache>
                <c:ptCount val="10"/>
                <c:pt idx="0">
                  <c:v>fevereiro</c:v>
                </c:pt>
                <c:pt idx="1">
                  <c:v>março</c:v>
                </c:pt>
                <c:pt idx="2">
                  <c:v>abril</c:v>
                </c:pt>
                <c:pt idx="3">
                  <c:v>maio</c:v>
                </c:pt>
                <c:pt idx="4">
                  <c:v>junho</c:v>
                </c:pt>
                <c:pt idx="5">
                  <c:v>julho</c:v>
                </c:pt>
                <c:pt idx="6">
                  <c:v>agosto</c:v>
                </c:pt>
                <c:pt idx="7">
                  <c:v>setembro</c:v>
                </c:pt>
                <c:pt idx="8">
                  <c:v>outubro</c:v>
                </c:pt>
                <c:pt idx="9">
                  <c:v>novembro</c:v>
                </c:pt>
              </c:strCache>
            </c:strRef>
          </c:cat>
          <c:val>
            <c:numRef>
              <c:f>Planilha1!$B$2:$B$11</c:f>
              <c:numCache>
                <c:formatCode>General</c:formatCode>
                <c:ptCount val="10"/>
                <c:pt idx="0">
                  <c:v>346</c:v>
                </c:pt>
                <c:pt idx="1">
                  <c:v>4940</c:v>
                </c:pt>
                <c:pt idx="2">
                  <c:v>7251</c:v>
                </c:pt>
                <c:pt idx="3">
                  <c:v>3948</c:v>
                </c:pt>
                <c:pt idx="4">
                  <c:v>2620</c:v>
                </c:pt>
                <c:pt idx="5">
                  <c:v>819</c:v>
                </c:pt>
                <c:pt idx="6">
                  <c:v>1604</c:v>
                </c:pt>
                <c:pt idx="7">
                  <c:v>1991</c:v>
                </c:pt>
                <c:pt idx="8">
                  <c:v>1578</c:v>
                </c:pt>
                <c:pt idx="9">
                  <c:v>110</c:v>
                </c:pt>
              </c:numCache>
            </c:numRef>
          </c:val>
          <c:extLst>
            <c:ext xmlns:c16="http://schemas.microsoft.com/office/drawing/2014/chart" uri="{C3380CC4-5D6E-409C-BE32-E72D297353CC}">
              <c16:uniqueId val="{00000000-FE0C-4415-8C53-828AF0FCC669}"/>
            </c:ext>
          </c:extLst>
        </c:ser>
        <c:dLbls>
          <c:showLegendKey val="0"/>
          <c:showVal val="1"/>
          <c:showCatName val="0"/>
          <c:showSerName val="0"/>
          <c:showPercent val="0"/>
          <c:showBubbleSize val="0"/>
        </c:dLbls>
        <c:gapWidth val="95"/>
        <c:overlap val="100"/>
        <c:axId val="758611048"/>
        <c:axId val="758607088"/>
      </c:barChart>
      <c:catAx>
        <c:axId val="758611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cap="all" spc="120" normalizeH="0" baseline="0">
                <a:solidFill>
                  <a:schemeClr val="tx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Planilha1!$B$1</c:f>
              <c:strCache>
                <c:ptCount val="1"/>
                <c:pt idx="0">
                  <c:v>Série 1</c:v>
                </c:pt>
              </c:strCache>
            </c:strRef>
          </c:tx>
          <c:spPr>
            <a:ln w="19050" cap="rnd" cmpd="sng" algn="ctr">
              <a:solidFill>
                <a:schemeClr val="dk1">
                  <a:tint val="88500"/>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anchor="ctr" anchorCtr="1"/>
              <a:lstStyle/>
              <a:p>
                <a:pPr>
                  <a:defRPr sz="2800" b="1" i="0" u="none" strike="noStrike" kern="1200" baseline="0">
                    <a:solidFill>
                      <a:schemeClr val="dk1">
                        <a:tint val="88500"/>
                      </a:schemeClr>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Planilha1!$A$2:$A$9</c:f>
              <c:strCache>
                <c:ptCount val="8"/>
                <c:pt idx="0">
                  <c:v>março</c:v>
                </c:pt>
                <c:pt idx="1">
                  <c:v>abril</c:v>
                </c:pt>
                <c:pt idx="2">
                  <c:v>maio</c:v>
                </c:pt>
                <c:pt idx="3">
                  <c:v>junho</c:v>
                </c:pt>
                <c:pt idx="4">
                  <c:v>julho</c:v>
                </c:pt>
                <c:pt idx="5">
                  <c:v>agosto</c:v>
                </c:pt>
                <c:pt idx="6">
                  <c:v>setembro</c:v>
                </c:pt>
                <c:pt idx="7">
                  <c:v>outubro</c:v>
                </c:pt>
              </c:strCache>
            </c:strRef>
          </c:cat>
          <c:val>
            <c:numRef>
              <c:f>Planilha1!$B$2:$B$9</c:f>
              <c:numCache>
                <c:formatCode>General</c:formatCode>
                <c:ptCount val="8"/>
                <c:pt idx="0">
                  <c:v>6</c:v>
                </c:pt>
                <c:pt idx="1">
                  <c:v>8</c:v>
                </c:pt>
                <c:pt idx="2">
                  <c:v>11</c:v>
                </c:pt>
                <c:pt idx="3">
                  <c:v>13</c:v>
                </c:pt>
                <c:pt idx="4">
                  <c:v>4</c:v>
                </c:pt>
                <c:pt idx="5">
                  <c:v>0</c:v>
                </c:pt>
                <c:pt idx="6">
                  <c:v>8</c:v>
                </c:pt>
                <c:pt idx="7">
                  <c:v>10</c:v>
                </c:pt>
              </c:numCache>
            </c:numRef>
          </c:val>
          <c:smooth val="0"/>
          <c:extLst>
            <c:ext xmlns:c16="http://schemas.microsoft.com/office/drawing/2014/chart" uri="{C3380CC4-5D6E-409C-BE32-E72D297353CC}">
              <c16:uniqueId val="{00000000-FE0C-4415-8C53-828AF0FCC669}"/>
            </c:ext>
          </c:extLst>
        </c:ser>
        <c:dLbls>
          <c:dLblPos val="ctr"/>
          <c:showLegendKey val="0"/>
          <c:showVal val="1"/>
          <c:showCatName val="0"/>
          <c:showSerName val="0"/>
          <c:showPercent val="0"/>
          <c:showBubbleSize val="0"/>
        </c:dLbls>
        <c:marker val="1"/>
        <c:smooth val="0"/>
        <c:axId val="758611048"/>
        <c:axId val="758607088"/>
      </c:lineChart>
      <c:catAx>
        <c:axId val="75861104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sz="2800"/>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462A7-D93D-4585-8DF1-631315E49F5D}" type="datetimeFigureOut">
              <a:rPr lang="pt-BR" smtClean="0"/>
              <a:t>23/02/2026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58A87-E2C5-468E-BCE3-38A907ED00E2}" type="slidenum">
              <a:rPr lang="pt-BR" smtClean="0"/>
              <a:t>‹nº›</a:t>
            </a:fld>
            <a:endParaRPr lang="pt-BR"/>
          </a:p>
        </p:txBody>
      </p:sp>
    </p:spTree>
    <p:extLst>
      <p:ext uri="{BB962C8B-B14F-4D97-AF65-F5344CB8AC3E}">
        <p14:creationId xmlns:p14="http://schemas.microsoft.com/office/powerpoint/2010/main" val="172311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1.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1.png"/><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E48005">
                <a:alpha val="100000"/>
              </a:srgbClr>
            </a:gs>
            <a:gs pos="50000">
              <a:srgbClr val="8A3300">
                <a:alpha val="100000"/>
              </a:srgbClr>
            </a:gs>
            <a:gs pos="85000">
              <a:srgbClr val="14CC97">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pt-BR"/>
          </a:p>
        </p:txBody>
      </p:sp>
      <p:sp>
        <p:nvSpPr>
          <p:cNvPr id="3" name="Freeform 3"/>
          <p:cNvSpPr/>
          <p:nvPr/>
        </p:nvSpPr>
        <p:spPr>
          <a:xfrm>
            <a:off x="487060" y="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4"/>
            <a:stretch>
              <a:fillRect/>
            </a:stretch>
          </a:blipFill>
        </p:spPr>
        <p:txBody>
          <a:bodyPr/>
          <a:lstStyle/>
          <a:p>
            <a:endParaRPr lang="pt-BR"/>
          </a:p>
        </p:txBody>
      </p:sp>
      <p:sp>
        <p:nvSpPr>
          <p:cNvPr id="4" name="TextBox 4"/>
          <p:cNvSpPr txBox="1"/>
          <p:nvPr/>
        </p:nvSpPr>
        <p:spPr>
          <a:xfrm>
            <a:off x="7885470" y="6965576"/>
            <a:ext cx="9373830" cy="370917"/>
          </a:xfrm>
          <a:prstGeom prst="rect">
            <a:avLst/>
          </a:prstGeom>
        </p:spPr>
        <p:txBody>
          <a:bodyPr lIns="0" tIns="0" rIns="0" bIns="0" rtlCol="0" anchor="t">
            <a:spAutoFit/>
          </a:bodyPr>
          <a:lstStyle/>
          <a:p>
            <a:pPr marL="0" lvl="0" indent="0" algn="r">
              <a:lnSpc>
                <a:spcPts val="2748"/>
              </a:lnSpc>
              <a:spcBef>
                <a:spcPct val="0"/>
              </a:spcBef>
            </a:pPr>
            <a:r>
              <a:rPr lang="en-US" sz="2748" spc="-217" dirty="0" err="1">
                <a:solidFill>
                  <a:schemeClr val="bg1"/>
                </a:solidFill>
                <a:latin typeface="Garet" panose="020B0604020202020204" charset="0"/>
                <a:ea typeface="Archivo Black"/>
                <a:cs typeface="Archivo Black"/>
                <a:sym typeface="Archivo Black"/>
              </a:rPr>
              <a:t>Exposição</a:t>
            </a:r>
            <a:r>
              <a:rPr lang="en-US" sz="2748" spc="-217" dirty="0">
                <a:solidFill>
                  <a:schemeClr val="bg1"/>
                </a:solidFill>
                <a:latin typeface="Garet" panose="020B0604020202020204" charset="0"/>
                <a:ea typeface="Archivo Black"/>
                <a:cs typeface="Archivo Black"/>
                <a:sym typeface="Archivo Black"/>
              </a:rPr>
              <a:t> | Sesc São José do Rio Preto</a:t>
            </a:r>
          </a:p>
        </p:txBody>
      </p:sp>
      <p:sp>
        <p:nvSpPr>
          <p:cNvPr id="5" name="TextBox 5"/>
          <p:cNvSpPr txBox="1"/>
          <p:nvPr/>
        </p:nvSpPr>
        <p:spPr>
          <a:xfrm>
            <a:off x="1028700" y="8400999"/>
            <a:ext cx="3100542" cy="474106"/>
          </a:xfrm>
          <a:prstGeom prst="rect">
            <a:avLst/>
          </a:prstGeom>
        </p:spPr>
        <p:txBody>
          <a:bodyPr lIns="0" tIns="0" rIns="0" bIns="0" rtlCol="0" anchor="t">
            <a:spAutoFit/>
          </a:bodyPr>
          <a:lstStyle/>
          <a:p>
            <a:pPr algn="l">
              <a:lnSpc>
                <a:spcPts val="1915"/>
              </a:lnSpc>
            </a:pPr>
            <a:r>
              <a:rPr lang="en-US" sz="1473" b="1">
                <a:solidFill>
                  <a:srgbClr val="2B2B2B"/>
                </a:solidFill>
                <a:latin typeface="Garet Bold"/>
                <a:ea typeface="Garet Bold"/>
                <a:cs typeface="Garet Bold"/>
                <a:sym typeface="Garet Bold"/>
              </a:rPr>
              <a:t>20 DE FEVEREIRO A </a:t>
            </a:r>
          </a:p>
          <a:p>
            <a:pPr marL="0" lvl="0" indent="0" algn="l">
              <a:lnSpc>
                <a:spcPts val="1915"/>
              </a:lnSpc>
              <a:spcBef>
                <a:spcPct val="0"/>
              </a:spcBef>
            </a:pPr>
            <a:r>
              <a:rPr lang="en-US" sz="1473" b="1">
                <a:solidFill>
                  <a:srgbClr val="2B2B2B"/>
                </a:solidFill>
                <a:latin typeface="Garet Bold"/>
                <a:ea typeface="Garet Bold"/>
                <a:cs typeface="Garet Bold"/>
                <a:sym typeface="Garet Bold"/>
              </a:rPr>
              <a:t>3 DE AGOSTO DE 2025</a:t>
            </a: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algn="r">
              <a:lnSpc>
                <a:spcPts val="2939"/>
              </a:lnSpc>
              <a:spcBef>
                <a:spcPct val="0"/>
              </a:spcBef>
            </a:pPr>
            <a:r>
              <a:rPr lang="en-US" sz="2099" b="1" dirty="0" err="1">
                <a:solidFill>
                  <a:schemeClr val="bg1"/>
                </a:solidFill>
                <a:latin typeface="Garet"/>
                <a:ea typeface="Garet"/>
                <a:cs typeface="Garet"/>
                <a:sym typeface="Garet"/>
              </a:rPr>
              <a:t>Relatório</a:t>
            </a:r>
            <a:r>
              <a:rPr lang="en-US" sz="2099" b="1" dirty="0">
                <a:solidFill>
                  <a:schemeClr val="bg1"/>
                </a:solidFill>
                <a:latin typeface="Garet"/>
                <a:ea typeface="Garet"/>
                <a:cs typeface="Garet"/>
                <a:sym typeface="Garet"/>
              </a:rPr>
              <a:t> </a:t>
            </a:r>
            <a:r>
              <a:rPr lang="en-US" sz="2099" b="1" dirty="0" err="1">
                <a:solidFill>
                  <a:schemeClr val="bg1"/>
                </a:solidFill>
                <a:latin typeface="Garet"/>
                <a:ea typeface="Garet"/>
                <a:cs typeface="Garet"/>
                <a:sym typeface="Garet"/>
              </a:rPr>
              <a:t>geral</a:t>
            </a:r>
            <a:r>
              <a:rPr lang="en-US" sz="2099" b="1" dirty="0">
                <a:solidFill>
                  <a:schemeClr val="bg1"/>
                </a:solidFill>
                <a:latin typeface="Garet"/>
                <a:ea typeface="Garet"/>
                <a:cs typeface="Garet"/>
                <a:sym typeface="Garet"/>
              </a:rPr>
              <a:t> </a:t>
            </a:r>
          </a:p>
        </p:txBody>
      </p:sp>
      <p:sp>
        <p:nvSpPr>
          <p:cNvPr id="11" name="TextBox 11"/>
          <p:cNvSpPr txBox="1"/>
          <p:nvPr/>
        </p:nvSpPr>
        <p:spPr>
          <a:xfrm>
            <a:off x="6077844" y="2767344"/>
            <a:ext cx="10927255" cy="2873957"/>
          </a:xfrm>
          <a:prstGeom prst="rect">
            <a:avLst/>
          </a:prstGeom>
        </p:spPr>
        <p:txBody>
          <a:bodyPr lIns="0" tIns="0" rIns="0" bIns="0" rtlCol="0" anchor="t">
            <a:spAutoFit/>
          </a:bodyPr>
          <a:lstStyle/>
          <a:p>
            <a:pPr marL="0" lvl="0" indent="0" algn="r">
              <a:lnSpc>
                <a:spcPts val="7211"/>
              </a:lnSpc>
              <a:spcBef>
                <a:spcPct val="0"/>
              </a:spcBef>
            </a:pPr>
            <a:r>
              <a:rPr lang="en-US" sz="9245" spc="-730" dirty="0">
                <a:solidFill>
                  <a:schemeClr val="bg1"/>
                </a:solidFill>
                <a:latin typeface="Garet Bold" panose="020B0604020202020204" charset="0"/>
                <a:ea typeface="Archivo Black"/>
                <a:cs typeface="Archivo Black"/>
                <a:sym typeface="Archivo Black"/>
              </a:rPr>
              <a:t>ASSOJABA TUPINAMBA UMBEUMBESAWA</a:t>
            </a:r>
          </a:p>
        </p:txBody>
      </p:sp>
      <p:sp>
        <p:nvSpPr>
          <p:cNvPr id="12" name="TextBox 12"/>
          <p:cNvSpPr txBox="1"/>
          <p:nvPr/>
        </p:nvSpPr>
        <p:spPr>
          <a:xfrm>
            <a:off x="7760892" y="5688925"/>
            <a:ext cx="9373830" cy="719648"/>
          </a:xfrm>
          <a:prstGeom prst="rect">
            <a:avLst/>
          </a:prstGeom>
        </p:spPr>
        <p:txBody>
          <a:bodyPr lIns="0" tIns="0" rIns="0" bIns="0" rtlCol="0" anchor="t">
            <a:spAutoFit/>
          </a:bodyPr>
          <a:lstStyle/>
          <a:p>
            <a:pPr algn="r">
              <a:lnSpc>
                <a:spcPts val="2748"/>
              </a:lnSpc>
            </a:pPr>
            <a:r>
              <a:rPr lang="en-US" sz="2748" spc="-217" dirty="0">
                <a:solidFill>
                  <a:schemeClr val="bg1"/>
                </a:solidFill>
                <a:latin typeface="Garet" panose="020B0604020202020204" charset="0"/>
                <a:ea typeface="Archivo Black"/>
                <a:cs typeface="Archivo Black"/>
                <a:sym typeface="Archivo Black"/>
              </a:rPr>
              <a:t>o </a:t>
            </a:r>
            <a:r>
              <a:rPr lang="en-US" sz="2748" spc="-217" dirty="0" err="1">
                <a:solidFill>
                  <a:schemeClr val="bg1"/>
                </a:solidFill>
                <a:latin typeface="Garet" panose="020B0604020202020204" charset="0"/>
                <a:ea typeface="Archivo Black"/>
                <a:cs typeface="Archivo Black"/>
                <a:sym typeface="Archivo Black"/>
              </a:rPr>
              <a:t>manto</a:t>
            </a:r>
            <a:r>
              <a:rPr lang="en-US" sz="2748" spc="-217" dirty="0">
                <a:solidFill>
                  <a:schemeClr val="bg1"/>
                </a:solidFill>
                <a:latin typeface="Garet" panose="020B0604020202020204" charset="0"/>
                <a:ea typeface="Archivo Black"/>
                <a:cs typeface="Archivo Black"/>
                <a:sym typeface="Archivo Black"/>
              </a:rPr>
              <a:t> </a:t>
            </a:r>
            <a:r>
              <a:rPr lang="en-US" sz="2748" spc="-217" dirty="0" err="1">
                <a:solidFill>
                  <a:schemeClr val="bg1"/>
                </a:solidFill>
                <a:latin typeface="Garet" panose="020B0604020202020204" charset="0"/>
                <a:ea typeface="Archivo Black"/>
                <a:cs typeface="Archivo Black"/>
                <a:sym typeface="Archivo Black"/>
              </a:rPr>
              <a:t>tupinambá</a:t>
            </a:r>
            <a:r>
              <a:rPr lang="en-US" sz="2748" spc="-217" dirty="0">
                <a:solidFill>
                  <a:schemeClr val="bg1"/>
                </a:solidFill>
                <a:latin typeface="Garet" panose="020B0604020202020204" charset="0"/>
                <a:ea typeface="Archivo Black"/>
                <a:cs typeface="Archivo Black"/>
                <a:sym typeface="Archivo Black"/>
              </a:rPr>
              <a:t> </a:t>
            </a:r>
            <a:r>
              <a:rPr lang="en-US" sz="2748" spc="-217" dirty="0" err="1">
                <a:solidFill>
                  <a:schemeClr val="bg1"/>
                </a:solidFill>
                <a:latin typeface="Garet" panose="020B0604020202020204" charset="0"/>
                <a:ea typeface="Archivo Black"/>
                <a:cs typeface="Archivo Black"/>
                <a:sym typeface="Archivo Black"/>
              </a:rPr>
              <a:t>conta</a:t>
            </a:r>
            <a:r>
              <a:rPr lang="en-US" sz="2748" spc="-217" dirty="0">
                <a:solidFill>
                  <a:schemeClr val="bg1"/>
                </a:solidFill>
                <a:latin typeface="Garet" panose="020B0604020202020204" charset="0"/>
                <a:ea typeface="Archivo Black"/>
                <a:cs typeface="Archivo Black"/>
                <a:sym typeface="Archivo Black"/>
              </a:rPr>
              <a:t> e </a:t>
            </a:r>
            <a:r>
              <a:rPr lang="en-US" sz="2748" spc="-217" dirty="0" err="1">
                <a:solidFill>
                  <a:schemeClr val="bg1"/>
                </a:solidFill>
                <a:latin typeface="Garet" panose="020B0604020202020204" charset="0"/>
                <a:ea typeface="Archivo Black"/>
                <a:cs typeface="Archivo Black"/>
                <a:sym typeface="Archivo Black"/>
              </a:rPr>
              <a:t>canta</a:t>
            </a:r>
            <a:r>
              <a:rPr lang="en-US" sz="2748" spc="-217" dirty="0">
                <a:solidFill>
                  <a:schemeClr val="bg1"/>
                </a:solidFill>
                <a:latin typeface="Garet" panose="020B0604020202020204" charset="0"/>
                <a:ea typeface="Archivo Black"/>
                <a:cs typeface="Archivo Black"/>
                <a:sym typeface="Archivo Black"/>
              </a:rPr>
              <a:t> a </a:t>
            </a:r>
            <a:r>
              <a:rPr lang="en-US" sz="2748" spc="-217" dirty="0" err="1">
                <a:solidFill>
                  <a:schemeClr val="bg1"/>
                </a:solidFill>
                <a:latin typeface="Garet" panose="020B0604020202020204" charset="0"/>
                <a:ea typeface="Archivo Black"/>
                <a:cs typeface="Archivo Black"/>
                <a:sym typeface="Archivo Black"/>
              </a:rPr>
              <a:t>história</a:t>
            </a:r>
            <a:endParaRPr lang="en-US" sz="2748" spc="-217" dirty="0">
              <a:solidFill>
                <a:schemeClr val="bg1"/>
              </a:solidFill>
              <a:latin typeface="Garet" panose="020B0604020202020204" charset="0"/>
              <a:ea typeface="Archivo Black"/>
              <a:cs typeface="Archivo Black"/>
              <a:sym typeface="Archivo Black"/>
            </a:endParaRPr>
          </a:p>
          <a:p>
            <a:pPr marL="0" lvl="0" indent="0" algn="r">
              <a:lnSpc>
                <a:spcPts val="2748"/>
              </a:lnSpc>
              <a:spcBef>
                <a:spcPct val="0"/>
              </a:spcBef>
            </a:pPr>
            <a:endParaRPr lang="en-US" sz="2748" spc="-217" dirty="0">
              <a:solidFill>
                <a:srgbClr val="000000"/>
              </a:solidFill>
              <a:latin typeface="Archivo Black"/>
              <a:ea typeface="Archivo Black"/>
              <a:cs typeface="Archivo Black"/>
              <a:sym typeface="Archiv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5" name="Freeform 5"/>
          <p:cNvSpPr/>
          <p:nvPr/>
        </p:nvSpPr>
        <p:spPr>
          <a:xfrm rot="-10800000">
            <a:off x="11159450" y="-140976"/>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TextBox 6"/>
          <p:cNvSpPr txBox="1"/>
          <p:nvPr/>
        </p:nvSpPr>
        <p:spPr>
          <a:xfrm>
            <a:off x="1028700" y="1557564"/>
            <a:ext cx="7279037" cy="781240"/>
          </a:xfrm>
          <a:prstGeom prst="rect">
            <a:avLst/>
          </a:prstGeom>
        </p:spPr>
        <p:txBody>
          <a:bodyPr lIns="0" tIns="0" rIns="0" bIns="0" rtlCol="0" anchor="t">
            <a:spAutoFit/>
          </a:bodyPr>
          <a:lstStyle/>
          <a:p>
            <a:pPr marL="0" lvl="0" indent="0" algn="l">
              <a:lnSpc>
                <a:spcPts val="5808"/>
              </a:lnSpc>
              <a:spcBef>
                <a:spcPct val="0"/>
              </a:spcBef>
            </a:pPr>
            <a:r>
              <a:rPr lang="en-US" sz="5808" spc="-458" dirty="0" err="1">
                <a:solidFill>
                  <a:srgbClr val="000000"/>
                </a:solidFill>
                <a:latin typeface="Garet Bold" panose="020B0604020202020204" charset="0"/>
                <a:ea typeface="Archivo Black"/>
                <a:cs typeface="Archivo Black"/>
                <a:sym typeface="Archivo Black"/>
              </a:rPr>
              <a:t>Destaques</a:t>
            </a:r>
            <a:endParaRPr lang="en-US" sz="5808" spc="-458" dirty="0">
              <a:solidFill>
                <a:srgbClr val="000000"/>
              </a:solidFill>
              <a:latin typeface="Garet Bold" panose="020B0604020202020204" charset="0"/>
              <a:ea typeface="Archivo Black"/>
              <a:cs typeface="Archivo Black"/>
              <a:sym typeface="Archivo Black"/>
            </a:endParaRPr>
          </a:p>
        </p:txBody>
      </p:sp>
      <p:sp>
        <p:nvSpPr>
          <p:cNvPr id="7" name="TextBox 7"/>
          <p:cNvSpPr txBox="1"/>
          <p:nvPr/>
        </p:nvSpPr>
        <p:spPr>
          <a:xfrm>
            <a:off x="14382445" y="981075"/>
            <a:ext cx="2876855" cy="359714"/>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02/16</a:t>
            </a:r>
          </a:p>
        </p:txBody>
      </p:sp>
      <p:sp>
        <p:nvSpPr>
          <p:cNvPr id="9" name="TextBox 9"/>
          <p:cNvSpPr txBox="1"/>
          <p:nvPr/>
        </p:nvSpPr>
        <p:spPr>
          <a:xfrm>
            <a:off x="916140" y="5506011"/>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30.258</a:t>
            </a:r>
          </a:p>
        </p:txBody>
      </p:sp>
      <p:sp>
        <p:nvSpPr>
          <p:cNvPr id="10" name="TextBox 10"/>
          <p:cNvSpPr txBox="1"/>
          <p:nvPr/>
        </p:nvSpPr>
        <p:spPr>
          <a:xfrm>
            <a:off x="6495750" y="550601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4.703</a:t>
            </a:r>
          </a:p>
        </p:txBody>
      </p:sp>
      <p:sp>
        <p:nvSpPr>
          <p:cNvPr id="11" name="TextBox 11"/>
          <p:cNvSpPr txBox="1"/>
          <p:nvPr/>
        </p:nvSpPr>
        <p:spPr>
          <a:xfrm>
            <a:off x="292055" y="6124228"/>
            <a:ext cx="5177335" cy="1050900"/>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presenças</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toda</a:t>
            </a:r>
            <a:r>
              <a:rPr lang="en-US" sz="3068" dirty="0">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programação</a:t>
            </a:r>
            <a:endParaRPr lang="en-US" sz="3068" dirty="0">
              <a:solidFill>
                <a:srgbClr val="000000"/>
              </a:solidFill>
              <a:latin typeface="Garet"/>
              <a:ea typeface="Garet"/>
              <a:cs typeface="Garet"/>
              <a:sym typeface="Garet"/>
            </a:endParaRPr>
          </a:p>
        </p:txBody>
      </p:sp>
      <p:sp>
        <p:nvSpPr>
          <p:cNvPr id="12" name="TextBox 12"/>
          <p:cNvSpPr txBox="1"/>
          <p:nvPr/>
        </p:nvSpPr>
        <p:spPr>
          <a:xfrm>
            <a:off x="5871665" y="6124228"/>
            <a:ext cx="5177335" cy="1083053"/>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pessoas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atendidas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visitas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mediadas</a:t>
            </a:r>
            <a:endParaRPr lang="en-US" sz="3068">
              <a:solidFill>
                <a:srgbClr val="000000"/>
              </a:solidFill>
              <a:latin typeface="Garet"/>
              <a:ea typeface="Garet"/>
              <a:cs typeface="Garet"/>
              <a:sym typeface="Garet"/>
            </a:endParaRPr>
          </a:p>
        </p:txBody>
      </p:sp>
      <p:sp>
        <p:nvSpPr>
          <p:cNvPr id="13" name="TextBox 13"/>
          <p:cNvSpPr txBox="1"/>
          <p:nvPr/>
        </p:nvSpPr>
        <p:spPr>
          <a:xfrm>
            <a:off x="12680820" y="553797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1.593</a:t>
            </a:r>
          </a:p>
        </p:txBody>
      </p:sp>
      <p:sp>
        <p:nvSpPr>
          <p:cNvPr id="14" name="TextBox 14"/>
          <p:cNvSpPr txBox="1"/>
          <p:nvPr/>
        </p:nvSpPr>
        <p:spPr>
          <a:xfrm>
            <a:off x="12056736" y="6156189"/>
            <a:ext cx="4870533" cy="1082348"/>
          </a:xfrm>
          <a:prstGeom prst="rect">
            <a:avLst/>
          </a:prstGeom>
        </p:spPr>
        <p:txBody>
          <a:bodyPr wrap="square" lIns="0" tIns="0" rIns="0" bIns="0" rtlCol="0" anchor="t">
            <a:spAutoFit/>
          </a:bodyPr>
          <a:lstStyle/>
          <a:p>
            <a:pPr algn="ctr">
              <a:lnSpc>
                <a:spcPts val="4295"/>
              </a:lnSpc>
            </a:pPr>
            <a:r>
              <a:rPr lang="en-US" sz="3050" dirty="0" err="1">
                <a:solidFill>
                  <a:srgbClr val="000000"/>
                </a:solidFill>
                <a:latin typeface="Garet"/>
                <a:ea typeface="Garet"/>
                <a:cs typeface="Garet"/>
                <a:sym typeface="Garet"/>
              </a:rPr>
              <a:t>presenças</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em</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ações</a:t>
            </a:r>
            <a:r>
              <a:rPr lang="en-US" sz="3050" dirty="0">
                <a:solidFill>
                  <a:srgbClr val="000000"/>
                </a:solidFill>
                <a:latin typeface="Garet"/>
                <a:ea typeface="Garet"/>
                <a:cs typeface="Garet"/>
                <a:sym typeface="Garet"/>
              </a:rPr>
              <a:t> de </a:t>
            </a:r>
            <a:r>
              <a:rPr lang="en-US" sz="3050" dirty="0" err="1">
                <a:solidFill>
                  <a:srgbClr val="000000"/>
                </a:solidFill>
                <a:latin typeface="Garet"/>
                <a:ea typeface="Garet"/>
                <a:cs typeface="Garet"/>
                <a:sym typeface="Garet"/>
              </a:rPr>
              <a:t>programação</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integrada</a:t>
            </a:r>
            <a:endParaRPr lang="en-US" sz="3050" dirty="0">
              <a:solidFill>
                <a:srgbClr val="000000"/>
              </a:solidFill>
              <a:latin typeface="Garet"/>
              <a:ea typeface="Garet"/>
              <a:cs typeface="Garet"/>
              <a:sym typeface="Gare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noProof="0" dirty="0"/>
          </a:p>
        </p:txBody>
      </p:sp>
      <p:sp>
        <p:nvSpPr>
          <p:cNvPr id="9" name="Freeform 9"/>
          <p:cNvSpPr/>
          <p:nvPr/>
        </p:nvSpPr>
        <p:spPr>
          <a:xfrm>
            <a:off x="13456423" y="1883102"/>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noProof="0" dirty="0"/>
          </a:p>
        </p:txBody>
      </p:sp>
      <p:sp>
        <p:nvSpPr>
          <p:cNvPr id="10" name="TextBox 10"/>
          <p:cNvSpPr txBox="1"/>
          <p:nvPr/>
        </p:nvSpPr>
        <p:spPr>
          <a:xfrm>
            <a:off x="11100751" y="3060654"/>
            <a:ext cx="6158549" cy="1519129"/>
          </a:xfrm>
          <a:prstGeom prst="rect">
            <a:avLst/>
          </a:prstGeom>
        </p:spPr>
        <p:txBody>
          <a:bodyPr lIns="0" tIns="0" rIns="0" bIns="0" rtlCol="0" anchor="t">
            <a:spAutoFit/>
          </a:bodyPr>
          <a:lstStyle/>
          <a:p>
            <a:pPr algn="r">
              <a:lnSpc>
                <a:spcPts val="5808"/>
              </a:lnSpc>
            </a:pPr>
            <a:r>
              <a:rPr lang="pt-BR" sz="5808" spc="-458" noProof="0" dirty="0">
                <a:solidFill>
                  <a:srgbClr val="000000"/>
                </a:solidFill>
                <a:latin typeface="Archivo Black"/>
                <a:ea typeface="Archivo Black"/>
                <a:cs typeface="Archivo Black"/>
                <a:sym typeface="Archivo Black"/>
              </a:rPr>
              <a:t> </a:t>
            </a:r>
          </a:p>
          <a:p>
            <a:pPr marL="0" lvl="0" indent="0" algn="r">
              <a:lnSpc>
                <a:spcPts val="5808"/>
              </a:lnSpc>
              <a:spcBef>
                <a:spcPct val="0"/>
              </a:spcBef>
            </a:pPr>
            <a:r>
              <a:rPr lang="pt-BR" sz="5808" spc="-458" noProof="0" dirty="0">
                <a:solidFill>
                  <a:srgbClr val="000000"/>
                </a:solidFill>
                <a:latin typeface="Garet Bold" panose="020B0604020202020204" charset="0"/>
                <a:ea typeface="Archivo Black"/>
                <a:cs typeface="Archivo Black"/>
                <a:sym typeface="Archivo Black"/>
              </a:rPr>
              <a:t>presenças</a:t>
            </a:r>
          </a:p>
        </p:txBody>
      </p:sp>
      <p:sp>
        <p:nvSpPr>
          <p:cNvPr id="11" name="TextBox 11"/>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pt-BR" sz="2099" b="1" noProof="0" dirty="0">
                <a:solidFill>
                  <a:srgbClr val="000000"/>
                </a:solidFill>
                <a:latin typeface="Garet Bold"/>
                <a:ea typeface="Garet Bold"/>
                <a:cs typeface="Garet Bold"/>
                <a:sym typeface="Garet Bold"/>
              </a:rPr>
              <a:t>03/1</a:t>
            </a:r>
            <a:r>
              <a:rPr lang="pt-BR" sz="2099" b="1" dirty="0">
                <a:solidFill>
                  <a:srgbClr val="000000"/>
                </a:solidFill>
                <a:latin typeface="Garet Bold"/>
                <a:ea typeface="Garet Bold"/>
                <a:cs typeface="Garet Bold"/>
                <a:sym typeface="Garet Bold"/>
              </a:rPr>
              <a:t>6</a:t>
            </a:r>
            <a:endParaRPr lang="pt-BR" sz="2099" b="1" noProof="0" dirty="0">
              <a:solidFill>
                <a:srgbClr val="000000"/>
              </a:solidFill>
              <a:latin typeface="Garet Bold"/>
              <a:ea typeface="Garet Bold"/>
              <a:cs typeface="Garet Bold"/>
              <a:sym typeface="Garet Bold"/>
            </a:endParaRPr>
          </a:p>
        </p:txBody>
      </p:sp>
      <p:sp>
        <p:nvSpPr>
          <p:cNvPr id="3" name="TextBox 13">
            <a:extLst>
              <a:ext uri="{FF2B5EF4-FFF2-40B4-BE49-F238E27FC236}">
                <a16:creationId xmlns:a16="http://schemas.microsoft.com/office/drawing/2014/main" id="{0F950054-21F1-2A9E-E636-B2A0D382AD3F}"/>
              </a:ext>
            </a:extLst>
          </p:cNvPr>
          <p:cNvSpPr txBox="1"/>
          <p:nvPr/>
        </p:nvSpPr>
        <p:spPr>
          <a:xfrm>
            <a:off x="1022838" y="3330572"/>
            <a:ext cx="4530613" cy="3046988"/>
          </a:xfrm>
          <a:prstGeom prst="rect">
            <a:avLst/>
          </a:prstGeom>
        </p:spPr>
        <p:txBody>
          <a:bodyPr wrap="square" lIns="0" tIns="0" rIns="0" bIns="0" rtlCol="0" anchor="t">
            <a:spAutoFit/>
          </a:bodyPr>
          <a:lstStyle/>
          <a:p>
            <a:pPr algn="ctr"/>
            <a:r>
              <a:rPr lang="pt-BR" sz="6600" b="1" noProof="0" dirty="0">
                <a:solidFill>
                  <a:srgbClr val="000000"/>
                </a:solidFill>
                <a:latin typeface="Garet Bold" panose="020B0604020202020204" charset="0"/>
                <a:ea typeface="Garet"/>
                <a:cs typeface="Garet"/>
                <a:sym typeface="Garet"/>
              </a:rPr>
              <a:t>23.962</a:t>
            </a:r>
            <a:r>
              <a:rPr lang="pt-BR" sz="6600" b="1" noProof="0" dirty="0">
                <a:solidFill>
                  <a:srgbClr val="000000"/>
                </a:solidFill>
                <a:latin typeface="Garet" panose="020B0604020202020204" charset="0"/>
                <a:ea typeface="Garet"/>
                <a:cs typeface="Garet"/>
                <a:sym typeface="Garet"/>
              </a:rPr>
              <a:t> </a:t>
            </a:r>
            <a:r>
              <a:rPr lang="pt-BR" sz="4400" noProof="0" dirty="0">
                <a:solidFill>
                  <a:srgbClr val="000000"/>
                </a:solidFill>
                <a:latin typeface="Garet" panose="020B0604020202020204" charset="0"/>
                <a:ea typeface="Garet"/>
                <a:cs typeface="Garet"/>
                <a:sym typeface="Garet"/>
              </a:rPr>
              <a:t>presenças</a:t>
            </a:r>
          </a:p>
          <a:p>
            <a:pPr algn="ctr"/>
            <a:r>
              <a:rPr lang="pt-BR" sz="4400" noProof="0" dirty="0">
                <a:solidFill>
                  <a:srgbClr val="000000"/>
                </a:solidFill>
                <a:latin typeface="Garet" panose="020B0604020202020204" charset="0"/>
                <a:ea typeface="Garet Bold"/>
                <a:cs typeface="Garet Bold"/>
                <a:sym typeface="Garet Bold"/>
              </a:rPr>
              <a:t>EXPOSIÇÃO</a:t>
            </a:r>
          </a:p>
          <a:p>
            <a:pPr algn="ctr">
              <a:spcBef>
                <a:spcPct val="0"/>
              </a:spcBef>
            </a:pPr>
            <a:r>
              <a:rPr lang="pt-BR" sz="4400" noProof="0" dirty="0">
                <a:solidFill>
                  <a:srgbClr val="000000"/>
                </a:solidFill>
                <a:latin typeface="Garet" panose="020B0604020202020204" charset="0"/>
                <a:ea typeface="Garet"/>
                <a:cs typeface="Garet"/>
                <a:sym typeface="Garet"/>
              </a:rPr>
              <a:t>1 ação</a:t>
            </a:r>
          </a:p>
        </p:txBody>
      </p:sp>
      <p:sp>
        <p:nvSpPr>
          <p:cNvPr id="6" name="TextBox 12">
            <a:extLst>
              <a:ext uri="{FF2B5EF4-FFF2-40B4-BE49-F238E27FC236}">
                <a16:creationId xmlns:a16="http://schemas.microsoft.com/office/drawing/2014/main" id="{F07F23C8-A2E4-F6C1-89A8-0BA16761324B}"/>
              </a:ext>
            </a:extLst>
          </p:cNvPr>
          <p:cNvSpPr txBox="1"/>
          <p:nvPr/>
        </p:nvSpPr>
        <p:spPr>
          <a:xfrm>
            <a:off x="1" y="8857018"/>
            <a:ext cx="18288000" cy="492443"/>
          </a:xfrm>
          <a:prstGeom prst="rect">
            <a:avLst/>
          </a:prstGeom>
          <a:solidFill>
            <a:schemeClr val="accent2"/>
          </a:solidFill>
        </p:spPr>
        <p:txBody>
          <a:bodyPr wrap="square" lIns="0" tIns="0" rIns="0" bIns="0" rtlCol="0" anchor="t">
            <a:spAutoFit/>
          </a:bodyPr>
          <a:lstStyle/>
          <a:p>
            <a:pPr algn="ctr"/>
            <a:r>
              <a:rPr lang="pt-BR" sz="3200" noProof="0" dirty="0">
                <a:solidFill>
                  <a:schemeClr val="bg1"/>
                </a:solidFill>
                <a:latin typeface="Garet Bold" panose="020B0604020202020204" charset="0"/>
                <a:ea typeface="Garet Bold"/>
                <a:cs typeface="Garet Bold"/>
                <a:sym typeface="Garet Bold"/>
              </a:rPr>
              <a:t>201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858000" y="2682959"/>
            <a:ext cx="5876551" cy="4701287"/>
          </a:xfrm>
          <a:prstGeom prst="rect">
            <a:avLst/>
          </a:prstGeom>
        </p:spPr>
        <p:txBody>
          <a:bodyPr wrap="square" lIns="0" tIns="0" rIns="0" bIns="0" rtlCol="0" anchor="t">
            <a:spAutoFit/>
          </a:bodyPr>
          <a:lstStyle/>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r>
              <a:rPr lang="pt-BR" sz="4800" b="1" noProof="0" dirty="0">
                <a:solidFill>
                  <a:srgbClr val="000000"/>
                </a:solidFill>
                <a:latin typeface="Garet Bold" panose="020B0604020202020204" charset="0"/>
                <a:ea typeface="Garet Bold"/>
                <a:cs typeface="Garet Bold"/>
                <a:sym typeface="Garet Bold"/>
              </a:rPr>
              <a:t>90 </a:t>
            </a:r>
          </a:p>
          <a:p>
            <a:pPr algn="ctr">
              <a:lnSpc>
                <a:spcPts val="2794"/>
              </a:lnSpc>
            </a:pPr>
            <a:r>
              <a:rPr lang="pt-BR" sz="3200" noProof="0" dirty="0">
                <a:solidFill>
                  <a:srgbClr val="000000"/>
                </a:solidFill>
                <a:latin typeface="Garet"/>
                <a:ea typeface="Garet Bold"/>
                <a:cs typeface="Garet Bold"/>
                <a:sym typeface="Garet Bold"/>
              </a:rPr>
              <a:t>presenças </a:t>
            </a:r>
          </a:p>
          <a:p>
            <a:pPr algn="ctr">
              <a:lnSpc>
                <a:spcPts val="2794"/>
              </a:lnSpc>
            </a:pPr>
            <a:r>
              <a:rPr lang="pt-BR" sz="3200" noProof="0" dirty="0">
                <a:solidFill>
                  <a:srgbClr val="000000"/>
                </a:solidFill>
                <a:latin typeface="Garet" panose="020B0604020202020204" charset="0"/>
                <a:ea typeface="Garet Bold"/>
                <a:cs typeface="Garet Bold"/>
                <a:sym typeface="Garet Bold"/>
              </a:rPr>
              <a:t>formação de professores em parceria com a Diretoria Regional de Ensino</a:t>
            </a:r>
          </a:p>
          <a:p>
            <a:pPr algn="ctr">
              <a:lnSpc>
                <a:spcPts val="2794"/>
              </a:lnSpc>
            </a:pP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4800" noProof="0" dirty="0">
              <a:solidFill>
                <a:srgbClr val="000000"/>
              </a:solidFill>
              <a:latin typeface="Garet Bold"/>
              <a:ea typeface="Garet Bold"/>
              <a:cs typeface="Garet Bold"/>
              <a:sym typeface="Garet Bold"/>
            </a:endParaRPr>
          </a:p>
          <a:p>
            <a:pPr algn="ctr">
              <a:lnSpc>
                <a:spcPts val="2794"/>
              </a:lnSpc>
            </a:pPr>
            <a:r>
              <a:rPr lang="pt-BR" sz="4800" noProof="0" dirty="0">
                <a:solidFill>
                  <a:srgbClr val="000000"/>
                </a:solidFill>
                <a:latin typeface="Garet Bold"/>
                <a:ea typeface="Garet Bold"/>
                <a:cs typeface="Garet Bold"/>
                <a:sym typeface="Garet Bold"/>
              </a:rPr>
              <a:t>3.500</a:t>
            </a:r>
            <a:endParaRPr lang="pt-BR" noProof="0" dirty="0"/>
          </a:p>
          <a:p>
            <a:pPr algn="ctr">
              <a:lnSpc>
                <a:spcPts val="2794"/>
              </a:lnSpc>
            </a:pPr>
            <a:r>
              <a:rPr lang="pt-BR" sz="3200" noProof="0" dirty="0">
                <a:solidFill>
                  <a:srgbClr val="000000"/>
                </a:solidFill>
                <a:latin typeface="Garet" panose="020B0604020202020204" charset="0"/>
                <a:ea typeface="Garet Bold"/>
                <a:cs typeface="Garet Bold"/>
                <a:sym typeface="Garet Bold"/>
              </a:rPr>
              <a:t>alunos </a:t>
            </a:r>
          </a:p>
          <a:p>
            <a:pPr algn="ctr">
              <a:lnSpc>
                <a:spcPts val="2794"/>
              </a:lnSpc>
            </a:pPr>
            <a:r>
              <a:rPr lang="pt-BR" sz="3200" noProof="0" dirty="0">
                <a:solidFill>
                  <a:srgbClr val="000000"/>
                </a:solidFill>
                <a:latin typeface="Garet" panose="020B0604020202020204" charset="0"/>
                <a:ea typeface="Garet Bold"/>
                <a:cs typeface="Garet Bold"/>
                <a:sym typeface="Garet Bold"/>
              </a:rPr>
              <a:t>impactados indiretamente</a:t>
            </a:r>
          </a:p>
          <a:p>
            <a:pPr algn="ctr">
              <a:lnSpc>
                <a:spcPts val="2794"/>
              </a:lnSpc>
            </a:pPr>
            <a:endParaRPr lang="pt-BR" sz="3200" noProof="0" dirty="0">
              <a:solidFill>
                <a:srgbClr val="000000"/>
              </a:solidFill>
              <a:latin typeface="Garet Bold"/>
              <a:ea typeface="Garet Bold"/>
              <a:cs typeface="Garet Bold"/>
              <a:sym typeface="Garet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60F951-6CE8-7AE0-9C08-6D6757B253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4" name="Freeform 4">
            <a:extLst>
              <a:ext uri="{FF2B5EF4-FFF2-40B4-BE49-F238E27FC236}">
                <a16:creationId xmlns:a16="http://schemas.microsoft.com/office/drawing/2014/main" id="{225AABD2-EDAE-7537-7126-2BF789A60CEB}"/>
              </a:ext>
            </a:extLst>
          </p:cNvPr>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Freeform 5">
            <a:extLst>
              <a:ext uri="{FF2B5EF4-FFF2-40B4-BE49-F238E27FC236}">
                <a16:creationId xmlns:a16="http://schemas.microsoft.com/office/drawing/2014/main" id="{68CD3464-5DA2-508B-D356-76A61FE7B2A8}"/>
              </a:ext>
            </a:extLst>
          </p:cNvPr>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2469874A-1C6A-2C88-74AC-9DD75A0FC754}"/>
              </a:ext>
            </a:extLst>
          </p:cNvPr>
          <p:cNvSpPr txBox="1"/>
          <p:nvPr/>
        </p:nvSpPr>
        <p:spPr>
          <a:xfrm>
            <a:off x="1295400" y="6124228"/>
            <a:ext cx="6172200" cy="598241"/>
          </a:xfrm>
          <a:prstGeom prst="rect">
            <a:avLst/>
          </a:prstGeom>
        </p:spPr>
        <p:txBody>
          <a:bodyPr wrap="square" lIns="0" tIns="0" rIns="0" bIns="0" rtlCol="0" anchor="t">
            <a:spAutoFit/>
          </a:bodyPr>
          <a:lstStyle/>
          <a:p>
            <a:pPr algn="ctr">
              <a:lnSpc>
                <a:spcPts val="4295"/>
              </a:lnSpc>
            </a:pPr>
            <a:r>
              <a:rPr lang="en-US" sz="4800" spc="-458" dirty="0">
                <a:solidFill>
                  <a:schemeClr val="bg1"/>
                </a:solidFill>
                <a:latin typeface="Garet Bold" panose="020B0604020202020204" charset="0"/>
                <a:ea typeface="Archivo Black"/>
                <a:cs typeface="Archivo Black"/>
                <a:sym typeface="Archivo Black"/>
              </a:rPr>
              <a:t>Equipe </a:t>
            </a:r>
            <a:r>
              <a:rPr lang="en-US" sz="4800" spc="-458" dirty="0" err="1">
                <a:solidFill>
                  <a:schemeClr val="bg1"/>
                </a:solidFill>
                <a:latin typeface="Garet Bold" panose="020B0604020202020204" charset="0"/>
                <a:ea typeface="Archivo Black"/>
                <a:cs typeface="Archivo Black"/>
                <a:sym typeface="Archivo Black"/>
              </a:rPr>
              <a:t>Educativa</a:t>
            </a:r>
            <a:endParaRPr lang="en-US" sz="4800" spc="-458" dirty="0">
              <a:solidFill>
                <a:schemeClr val="bg1"/>
              </a:solidFill>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extLst>
              <p:ext uri="{D42A27DB-BD31-4B8C-83A1-F6EECF244321}">
                <p14:modId xmlns:p14="http://schemas.microsoft.com/office/powerpoint/2010/main" val="3009724601"/>
              </p:ext>
            </p:extLst>
          </p:nvPr>
        </p:nvGraphicFramePr>
        <p:xfrm>
          <a:off x="8978012" y="5143500"/>
          <a:ext cx="9125542" cy="3433300"/>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21300">
                <a:tc>
                  <a:txBody>
                    <a:bodyPr/>
                    <a:lstStyle/>
                    <a:p>
                      <a:pPr algn="ctr">
                        <a:lnSpc>
                          <a:spcPts val="2799"/>
                        </a:lnSpc>
                        <a:defRPr/>
                      </a:pP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76300">
                <a:tc>
                  <a:txBody>
                    <a:bodyPr/>
                    <a:lstStyle/>
                    <a:p>
                      <a:pPr algn="l">
                        <a:lnSpc>
                          <a:spcPts val="2799"/>
                        </a:lnSpc>
                        <a:defRPr/>
                      </a:pPr>
                      <a:r>
                        <a:rPr lang="en-US" sz="1999" b="1" dirty="0">
                          <a:solidFill>
                            <a:srgbClr val="000000"/>
                          </a:solidFill>
                          <a:latin typeface="Garet Bold"/>
                          <a:ea typeface="Garet Bold"/>
                          <a:cs typeface="Garet Bold"/>
                          <a:sym typeface="Garet Bold"/>
                        </a:rPr>
                        <a:t>Equipe</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dirty="0">
                          <a:solidFill>
                            <a:srgbClr val="000000"/>
                          </a:solidFill>
                          <a:latin typeface="Garet"/>
                          <a:ea typeface="Garet"/>
                          <a:cs typeface="Garet"/>
                          <a:sym typeface="Garet"/>
                        </a:rPr>
                        <a:t>01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II - </a:t>
                      </a:r>
                      <a:r>
                        <a:rPr lang="en-US" sz="1999" dirty="0" err="1">
                          <a:solidFill>
                            <a:srgbClr val="000000"/>
                          </a:solidFill>
                          <a:latin typeface="Garet"/>
                          <a:ea typeface="Garet"/>
                          <a:cs typeface="Garet"/>
                          <a:sym typeface="Garet"/>
                        </a:rPr>
                        <a:t>Supervisores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03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 – </a:t>
                      </a:r>
                      <a:r>
                        <a:rPr lang="en-US" sz="1999" dirty="0" err="1">
                          <a:solidFill>
                            <a:srgbClr val="000000"/>
                          </a:solidFill>
                          <a:latin typeface="Garet"/>
                          <a:ea typeface="Garet"/>
                          <a:cs typeface="Garet"/>
                          <a:sym typeface="Garet"/>
                        </a:rPr>
                        <a:t>Educadores</a:t>
                      </a:r>
                      <a:r>
                        <a:rPr lang="en-US" sz="1999" dirty="0">
                          <a:solidFill>
                            <a:srgbClr val="000000"/>
                          </a:solidFill>
                          <a:latin typeface="Garet"/>
                          <a:ea typeface="Garet"/>
                          <a:cs typeface="Garet"/>
                          <a:sym typeface="Garet"/>
                        </a:rPr>
                        <a:t> </a:t>
                      </a:r>
                      <a:r>
                        <a:rPr lang="en-US" sz="1999" dirty="0" err="1">
                          <a:solidFill>
                            <a:srgbClr val="000000"/>
                          </a:solidFill>
                          <a:latin typeface="Garet"/>
                          <a:ea typeface="Garet"/>
                          <a:cs typeface="Garet"/>
                          <a:sym typeface="Garet"/>
                        </a:rPr>
                        <a:t>Formados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03 </a:t>
                      </a:r>
                      <a:r>
                        <a:rPr lang="en-US" sz="1999" dirty="0" err="1">
                          <a:solidFill>
                            <a:srgbClr val="000000"/>
                          </a:solidFill>
                          <a:latin typeface="Garet"/>
                          <a:ea typeface="Garet"/>
                          <a:cs typeface="Garet"/>
                          <a:sym typeface="Garet"/>
                        </a:rPr>
                        <a:t>Estagiários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sym typeface="Garet"/>
                        </a:rPr>
                        <a:t>02 </a:t>
                      </a:r>
                      <a:r>
                        <a:rPr lang="en-US" sz="1999" dirty="0" err="1">
                          <a:solidFill>
                            <a:srgbClr val="000000"/>
                          </a:solidFill>
                          <a:latin typeface="Garet"/>
                          <a:sym typeface="Garet"/>
                        </a:rPr>
                        <a:t>Auxiliares</a:t>
                      </a:r>
                      <a:r>
                        <a:rPr lang="en-US" sz="1999" dirty="0">
                          <a:solidFill>
                            <a:srgbClr val="000000"/>
                          </a:solidFill>
                          <a:latin typeface="Garet"/>
                          <a:sym typeface="Garet"/>
                        </a:rPr>
                        <a:t> de </a:t>
                      </a:r>
                      <a:r>
                        <a:rPr lang="en-US" sz="1999" dirty="0" err="1">
                          <a:solidFill>
                            <a:srgbClr val="000000"/>
                          </a:solidFill>
                          <a:latin typeface="Garet"/>
                          <a:sym typeface="Garet"/>
                        </a:rPr>
                        <a:t>Atendimento</a:t>
                      </a: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l">
                        <a:lnSpc>
                          <a:spcPts val="2799"/>
                        </a:lnSpc>
                        <a:defRPr/>
                      </a:pPr>
                      <a:r>
                        <a:rPr lang="en-US" sz="2000" b="1" dirty="0" err="1">
                          <a:solidFill>
                            <a:srgbClr val="000000"/>
                          </a:solidFill>
                          <a:latin typeface="Garet Bold"/>
                          <a:ea typeface="Garet Bold"/>
                          <a:cs typeface="Garet Bold"/>
                          <a:sym typeface="Garet Bold"/>
                        </a:rPr>
                        <a:t>Formação</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dirty="0" err="1">
                          <a:solidFill>
                            <a:srgbClr val="000000"/>
                          </a:solidFill>
                          <a:latin typeface="Garet"/>
                          <a:ea typeface="+mn-ea"/>
                          <a:cs typeface="+mn-cs"/>
                        </a:rPr>
                        <a:t>Presencial</a:t>
                      </a:r>
                      <a:r>
                        <a:rPr lang="en-US" sz="1999" kern="1200" dirty="0">
                          <a:solidFill>
                            <a:srgbClr val="000000"/>
                          </a:solidFill>
                          <a:latin typeface="Garet"/>
                          <a:ea typeface="+mn-ea"/>
                          <a:cs typeface="+mn-cs"/>
                        </a:rPr>
                        <a:t> – 10 </a:t>
                      </a:r>
                      <a:r>
                        <a:rPr lang="en-US" sz="1999" kern="1200" dirty="0" err="1">
                          <a:solidFill>
                            <a:srgbClr val="000000"/>
                          </a:solidFill>
                          <a:latin typeface="Garet"/>
                          <a:ea typeface="+mn-ea"/>
                          <a:cs typeface="+mn-cs"/>
                        </a:rPr>
                        <a:t>dias</a:t>
                      </a:r>
                      <a:r>
                        <a:rPr lang="en-US" sz="1999" kern="1200" dirty="0">
                          <a:solidFill>
                            <a:srgbClr val="000000"/>
                          </a:solidFill>
                          <a:latin typeface="Garet"/>
                          <a:ea typeface="+mn-ea"/>
                          <a:cs typeface="+mn-cs"/>
                        </a:rPr>
                        <a:t> – 60h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2" name="TextBox 12"/>
          <p:cNvSpPr txBox="1"/>
          <p:nvPr/>
        </p:nvSpPr>
        <p:spPr>
          <a:xfrm>
            <a:off x="9372600" y="1600906"/>
            <a:ext cx="6780409" cy="2954655"/>
          </a:xfrm>
          <a:prstGeom prst="rect">
            <a:avLst/>
          </a:prstGeom>
        </p:spPr>
        <p:txBody>
          <a:bodyPr wrap="square" lIns="0" tIns="0" rIns="0" bIns="0" rtlCol="0" anchor="t">
            <a:spAutoFit/>
          </a:bodyPr>
          <a:lstStyle/>
          <a:p>
            <a:pPr algn="ctr"/>
            <a:r>
              <a:rPr lang="en-US" sz="6000" b="1" dirty="0">
                <a:solidFill>
                  <a:srgbClr val="000000"/>
                </a:solidFill>
                <a:latin typeface="Garet Bold" panose="020B0604020202020204" charset="0"/>
                <a:ea typeface="Garet"/>
                <a:cs typeface="Garet"/>
                <a:sym typeface="Garet"/>
              </a:rPr>
              <a:t>4.703</a:t>
            </a:r>
            <a:r>
              <a:rPr lang="en-US" sz="6000" b="1" dirty="0">
                <a:solidFill>
                  <a:srgbClr val="000000"/>
                </a:solidFill>
                <a:latin typeface="Garet" panose="020B0604020202020204" charset="0"/>
                <a:ea typeface="Garet"/>
                <a:cs typeface="Garet"/>
                <a:sym typeface="Garet"/>
              </a:rPr>
              <a:t> </a:t>
            </a:r>
          </a:p>
          <a:p>
            <a:pPr algn="ctr"/>
            <a:r>
              <a:rPr lang="en-US" sz="4400" dirty="0" err="1">
                <a:solidFill>
                  <a:srgbClr val="000000"/>
                </a:solidFill>
                <a:latin typeface="Garet" panose="020B0604020202020204" charset="0"/>
                <a:ea typeface="Garet"/>
                <a:cs typeface="Garet"/>
                <a:sym typeface="Garet"/>
              </a:rPr>
              <a:t>presenças</a:t>
            </a:r>
            <a:endParaRPr lang="en-US" sz="4400" dirty="0">
              <a:solidFill>
                <a:srgbClr val="000000"/>
              </a:solidFill>
              <a:latin typeface="Garet" panose="020B0604020202020204" charset="0"/>
              <a:ea typeface="Garet"/>
              <a:cs typeface="Garet"/>
              <a:sym typeface="Garet"/>
            </a:endParaRPr>
          </a:p>
          <a:p>
            <a:pPr algn="ctr"/>
            <a:r>
              <a:rPr lang="en-US" sz="4400" dirty="0">
                <a:solidFill>
                  <a:srgbClr val="000000"/>
                </a:solidFill>
                <a:latin typeface="Garet" panose="020B0604020202020204" charset="0"/>
                <a:ea typeface="Garet Bold"/>
                <a:cs typeface="Garet Bold"/>
                <a:sym typeface="Garet Bold"/>
              </a:rPr>
              <a:t>VISITAS MEDIADAS</a:t>
            </a:r>
          </a:p>
          <a:p>
            <a:pPr algn="ctr">
              <a:spcBef>
                <a:spcPct val="0"/>
              </a:spcBef>
            </a:pPr>
            <a:r>
              <a:rPr lang="en-US" sz="4400" dirty="0">
                <a:solidFill>
                  <a:srgbClr val="000000"/>
                </a:solidFill>
                <a:latin typeface="Garet" panose="020B0604020202020204" charset="0"/>
                <a:ea typeface="Garet"/>
                <a:cs typeface="Garet"/>
                <a:sym typeface="Garet"/>
              </a:rPr>
              <a:t>236 </a:t>
            </a:r>
            <a:r>
              <a:rPr lang="en-US" sz="4400" dirty="0" err="1">
                <a:solidFill>
                  <a:srgbClr val="000000"/>
                </a:solidFill>
                <a:latin typeface="Garet" panose="020B0604020202020204" charset="0"/>
                <a:ea typeface="Garet"/>
                <a:cs typeface="Garet"/>
                <a:sym typeface="Garet"/>
              </a:rPr>
              <a:t>ações</a:t>
            </a:r>
            <a:endParaRPr lang="en-US" sz="4400" dirty="0">
              <a:solidFill>
                <a:srgbClr val="000000"/>
              </a:solidFill>
              <a:latin typeface="Garet" panose="020B0604020202020204" charset="0"/>
              <a:ea typeface="Garet"/>
              <a:cs typeface="Garet"/>
              <a:sym typeface="Garet"/>
            </a:endParaRPr>
          </a:p>
        </p:txBody>
      </p:sp>
    </p:spTree>
    <p:extLst>
      <p:ext uri="{BB962C8B-B14F-4D97-AF65-F5344CB8AC3E}">
        <p14:creationId xmlns:p14="http://schemas.microsoft.com/office/powerpoint/2010/main" val="220543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Garet Bold" panose="020B0604020202020204" charset="0"/>
                <a:ea typeface="Archivo Black"/>
                <a:cs typeface="Archivo Black"/>
                <a:sym typeface="Archivo Black"/>
              </a:rPr>
              <a:t>Visitas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mediadas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ao</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longo</a:t>
            </a:r>
            <a:r>
              <a:rPr lang="en-US" sz="4400" spc="-458" dirty="0">
                <a:solidFill>
                  <a:srgbClr val="000000"/>
                </a:solidFill>
                <a:latin typeface="Garet Bold" panose="020B0604020202020204" charset="0"/>
                <a:ea typeface="Archivo Black"/>
                <a:cs typeface="Archivo Black"/>
                <a:sym typeface="Archivo Black"/>
              </a:rPr>
              <a:t> da </a:t>
            </a:r>
            <a:r>
              <a:rPr lang="en-US" sz="4400" spc="-458" dirty="0" err="1">
                <a:solidFill>
                  <a:srgbClr val="000000"/>
                </a:solidFill>
                <a:latin typeface="Garet Bold" panose="020B0604020202020204" charset="0"/>
                <a:ea typeface="Archivo Black"/>
                <a:cs typeface="Archivo Black"/>
                <a:sym typeface="Archivo Black"/>
              </a:rPr>
              <a:t>exposição</a:t>
            </a:r>
            <a:endParaRPr lang="en-US" sz="4400" spc="-458" dirty="0">
              <a:solidFill>
                <a:srgbClr val="000000"/>
              </a:solidFill>
              <a:latin typeface="Garet Bold" panose="020B0604020202020204" charset="0"/>
              <a:ea typeface="Archivo Black"/>
              <a:cs typeface="Archivo Black"/>
              <a:sym typeface="Archivo Black"/>
            </a:endParaRPr>
          </a:p>
        </p:txBody>
      </p:sp>
      <p:sp>
        <p:nvSpPr>
          <p:cNvPr id="8" name="TextBox 8"/>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05/16</a:t>
            </a:r>
          </a:p>
        </p:txBody>
      </p:sp>
      <p:graphicFrame>
        <p:nvGraphicFramePr>
          <p:cNvPr id="12" name="Gráfico 11">
            <a:extLst>
              <a:ext uri="{FF2B5EF4-FFF2-40B4-BE49-F238E27FC236}">
                <a16:creationId xmlns:a16="http://schemas.microsoft.com/office/drawing/2014/main" id="{CFEC77CF-962E-5A9D-DB93-3865E191326B}"/>
              </a:ext>
            </a:extLst>
          </p:cNvPr>
          <p:cNvGraphicFramePr/>
          <p:nvPr>
            <p:extLst>
              <p:ext uri="{D42A27DB-BD31-4B8C-83A1-F6EECF244321}">
                <p14:modId xmlns:p14="http://schemas.microsoft.com/office/powerpoint/2010/main" val="1778962340"/>
              </p:ext>
            </p:extLst>
          </p:nvPr>
        </p:nvGraphicFramePr>
        <p:xfrm>
          <a:off x="457200" y="1923519"/>
          <a:ext cx="17449800" cy="66489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D9A-13DA-E312-80E5-E7518DB313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38F53-2EF6-AB5C-DAF0-6E627F5436E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690C5D4F-5ACA-526A-D62D-39F4624561C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50EB9079-C093-BF2C-DEB9-59978D2A5B57}"/>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0A95DBF5-E5B4-A834-351A-BE5A38901568}"/>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Archivo Black"/>
                <a:ea typeface="Archivo Black"/>
                <a:cs typeface="Archivo Black"/>
                <a:sym typeface="Archivo Black"/>
              </a:rPr>
              <a:t>ações</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integradas</a:t>
            </a:r>
            <a:r>
              <a:rPr lang="en-US" sz="4400" spc="-458" dirty="0">
                <a:solidFill>
                  <a:srgbClr val="000000"/>
                </a:solidFill>
                <a:latin typeface="Archivo Black"/>
                <a:ea typeface="Archivo Black"/>
                <a:cs typeface="Archivo Black"/>
                <a:sym typeface="Archivo Black"/>
              </a:rPr>
              <a:t> da </a:t>
            </a:r>
            <a:r>
              <a:rPr lang="en-US" sz="4400" spc="-458" dirty="0" err="1">
                <a:solidFill>
                  <a:srgbClr val="000000"/>
                </a:solidFill>
                <a:latin typeface="Archivo Black"/>
                <a:ea typeface="Archivo Black"/>
                <a:cs typeface="Archivo Black"/>
                <a:sym typeface="Archivo Black"/>
              </a:rPr>
              <a:t>exposição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ao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longo</a:t>
            </a:r>
            <a:r>
              <a:rPr lang="en-US" sz="4400" spc="-458" dirty="0">
                <a:solidFill>
                  <a:srgbClr val="000000"/>
                </a:solidFill>
                <a:latin typeface="Archivo Black"/>
                <a:ea typeface="Archivo Black"/>
                <a:cs typeface="Archivo Black"/>
                <a:sym typeface="Archivo Black"/>
              </a:rPr>
              <a:t> dos meses</a:t>
            </a:r>
          </a:p>
        </p:txBody>
      </p:sp>
      <p:sp>
        <p:nvSpPr>
          <p:cNvPr id="8" name="TextBox 8">
            <a:extLst>
              <a:ext uri="{FF2B5EF4-FFF2-40B4-BE49-F238E27FC236}">
                <a16:creationId xmlns:a16="http://schemas.microsoft.com/office/drawing/2014/main" id="{7AE517CA-2857-8240-6FD0-AE964F9A2E94}"/>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06/16</a:t>
            </a:r>
          </a:p>
        </p:txBody>
      </p:sp>
      <p:graphicFrame>
        <p:nvGraphicFramePr>
          <p:cNvPr id="12" name="Gráfico 11">
            <a:extLst>
              <a:ext uri="{FF2B5EF4-FFF2-40B4-BE49-F238E27FC236}">
                <a16:creationId xmlns:a16="http://schemas.microsoft.com/office/drawing/2014/main" id="{FC25CF46-1209-BF52-6AD9-9F5C28DD0E54}"/>
              </a:ext>
            </a:extLst>
          </p:cNvPr>
          <p:cNvGraphicFramePr/>
          <p:nvPr>
            <p:extLst>
              <p:ext uri="{D42A27DB-BD31-4B8C-83A1-F6EECF244321}">
                <p14:modId xmlns:p14="http://schemas.microsoft.com/office/powerpoint/2010/main" val="3969868567"/>
              </p:ext>
            </p:extLst>
          </p:nvPr>
        </p:nvGraphicFramePr>
        <p:xfrm>
          <a:off x="1447800" y="1923519"/>
          <a:ext cx="15811500" cy="6629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9162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graphicFrame>
        <p:nvGraphicFramePr>
          <p:cNvPr id="3" name="Table 3"/>
          <p:cNvGraphicFramePr>
            <a:graphicFrameLocks noGrp="1"/>
          </p:cNvGraphicFramePr>
          <p:nvPr>
            <p:extLst>
              <p:ext uri="{D42A27DB-BD31-4B8C-83A1-F6EECF244321}">
                <p14:modId xmlns:p14="http://schemas.microsoft.com/office/powerpoint/2010/main" val="2788535271"/>
              </p:ext>
            </p:extLst>
          </p:nvPr>
        </p:nvGraphicFramePr>
        <p:xfrm>
          <a:off x="9447524" y="1450250"/>
          <a:ext cx="7811857" cy="7277100"/>
        </p:xfrm>
        <a:graphic>
          <a:graphicData uri="http://schemas.openxmlformats.org/drawingml/2006/table">
            <a:tbl>
              <a:tblPr/>
              <a:tblGrid>
                <a:gridCol w="4311097">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43360">
                  <a:extLst>
                    <a:ext uri="{9D8B030D-6E8A-4147-A177-3AD203B41FA5}">
                      <a16:colId xmlns:a16="http://schemas.microsoft.com/office/drawing/2014/main" val="20002"/>
                    </a:ext>
                  </a:extLst>
                </a:gridCol>
              </a:tblGrid>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presenças</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chemeClr val="tx1">
                              <a:lumMod val="50000"/>
                              <a:lumOff val="50000"/>
                            </a:schemeClr>
                          </a:solidFill>
                          <a:latin typeface="Garet Bold" panose="020B0604020202020204" charset="0"/>
                          <a:ea typeface="Garet"/>
                          <a:cs typeface="Garet"/>
                          <a:sym typeface="Garet"/>
                        </a:rPr>
                        <a:t>ações</a:t>
                      </a:r>
                      <a:endParaRPr lang="en-US" sz="110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Oficinas</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317</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a:solidFill>
                            <a:schemeClr val="tx1">
                              <a:lumMod val="50000"/>
                              <a:lumOff val="50000"/>
                            </a:schemeClr>
                          </a:solidFill>
                          <a:latin typeface="Garet Bold" panose="020B0604020202020204" charset="0"/>
                        </a:rPr>
                        <a:t>14</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Palestra</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79</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1</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Vivência</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831</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7</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Mediação</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60</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1</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17465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Roda de conversa</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44</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1</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17465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Apresentação</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231</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4</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Exibição</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31</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4</a:t>
                      </a: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
        <p:nvSpPr>
          <p:cNvPr id="4" name="Freeform 4"/>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79A31098-639A-3778-D1DB-C199CAD3F36C}"/>
              </a:ext>
            </a:extLst>
          </p:cNvPr>
          <p:cNvSpPr txBox="1"/>
          <p:nvPr/>
        </p:nvSpPr>
        <p:spPr>
          <a:xfrm>
            <a:off x="1295400" y="6124228"/>
            <a:ext cx="6172200" cy="1634486"/>
          </a:xfrm>
          <a:prstGeom prst="rect">
            <a:avLst/>
          </a:prstGeom>
        </p:spPr>
        <p:txBody>
          <a:bodyPr wrap="square" lIns="0" tIns="0" rIns="0" bIns="0" rtlCol="0" anchor="t">
            <a:spAutoFit/>
          </a:bodyPr>
          <a:lstStyle/>
          <a:p>
            <a:pPr algn="ctr">
              <a:lnSpc>
                <a:spcPts val="4295"/>
              </a:lnSpc>
            </a:pPr>
            <a:r>
              <a:rPr lang="en-US" sz="6000" b="1" dirty="0">
                <a:solidFill>
                  <a:schemeClr val="bg1"/>
                </a:solidFill>
                <a:latin typeface="Garet Bold" panose="020B0604020202020204" charset="0"/>
                <a:ea typeface="Garet"/>
                <a:cs typeface="Garet"/>
                <a:sym typeface="Garet"/>
              </a:rPr>
              <a:t>1.593</a:t>
            </a:r>
            <a:r>
              <a:rPr lang="en-US" sz="6000" dirty="0">
                <a:solidFill>
                  <a:schemeClr val="bg1"/>
                </a:solidFill>
                <a:latin typeface="Garet Bold" panose="020B0604020202020204" charset="0"/>
                <a:ea typeface="Garet"/>
                <a:cs typeface="Garet"/>
                <a:sym typeface="Garet"/>
              </a:rPr>
              <a:t> </a:t>
            </a:r>
          </a:p>
          <a:p>
            <a:pPr algn="ctr">
              <a:lnSpc>
                <a:spcPts val="4295"/>
              </a:lnSpc>
            </a:pPr>
            <a:r>
              <a:rPr lang="en-US" sz="3068" dirty="0" err="1">
                <a:solidFill>
                  <a:schemeClr val="bg1"/>
                </a:solidFill>
                <a:latin typeface="Garet"/>
                <a:ea typeface="Garet"/>
                <a:cs typeface="Garet"/>
                <a:sym typeface="Garet"/>
              </a:rPr>
              <a:t>presenças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em</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ações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integradas</a:t>
            </a:r>
            <a:r>
              <a:rPr lang="en-US" sz="3068" dirty="0">
                <a:solidFill>
                  <a:schemeClr val="bg1"/>
                </a:solidFill>
                <a:latin typeface="Garet"/>
                <a:ea typeface="Garet"/>
                <a:cs typeface="Garet"/>
                <a:sym typeface="Garet"/>
              </a:rPr>
              <a:t> à </a:t>
            </a:r>
            <a:r>
              <a:rPr lang="en-US" sz="3068" dirty="0" err="1">
                <a:solidFill>
                  <a:schemeClr val="bg1"/>
                </a:solidFill>
                <a:latin typeface="Garet"/>
                <a:ea typeface="Garet"/>
                <a:cs typeface="Garet"/>
                <a:sym typeface="Garet"/>
              </a:rPr>
              <a:t>exposição</a:t>
            </a:r>
            <a:endParaRPr lang="en-US" sz="3068" dirty="0">
              <a:solidFill>
                <a:schemeClr val="bg1"/>
              </a:solidFill>
              <a:latin typeface="Garet"/>
              <a:ea typeface="Garet"/>
              <a:cs typeface="Garet"/>
              <a:sym typeface="Gare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3CC4-F571-48F2-7C39-28DD692DF5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8EFB89-35B1-2530-C349-055C9CAC8FD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10" name="TextBox 10">
            <a:extLst>
              <a:ext uri="{FF2B5EF4-FFF2-40B4-BE49-F238E27FC236}">
                <a16:creationId xmlns:a16="http://schemas.microsoft.com/office/drawing/2014/main" id="{BA6CCAD3-0318-EEA0-4095-B7D4CDE78877}"/>
              </a:ext>
            </a:extLst>
          </p:cNvPr>
          <p:cNvSpPr txBox="1"/>
          <p:nvPr/>
        </p:nvSpPr>
        <p:spPr>
          <a:xfrm>
            <a:off x="10591800" y="6391635"/>
            <a:ext cx="6667500" cy="3810017"/>
          </a:xfrm>
          <a:prstGeom prst="rect">
            <a:avLst/>
          </a:prstGeom>
        </p:spPr>
        <p:txBody>
          <a:bodyPr wrap="square" lIns="0" tIns="0" rIns="0" bIns="0" rtlCol="0" anchor="t">
            <a:spAutoFit/>
          </a:bodyPr>
          <a:lstStyle/>
          <a:p>
            <a:pPr algn="r">
              <a:lnSpc>
                <a:spcPts val="5808"/>
              </a:lnSpc>
            </a:pPr>
            <a:r>
              <a:rPr lang="en-US" sz="5808" spc="-458" dirty="0">
                <a:solidFill>
                  <a:srgbClr val="000000"/>
                </a:solidFill>
                <a:latin typeface="Garet Bold" panose="020B0604020202020204" charset="0"/>
                <a:ea typeface="Archivo Black"/>
                <a:cs typeface="Archivo Black"/>
                <a:sym typeface="Archivo Black"/>
              </a:rPr>
              <a:t> </a:t>
            </a:r>
          </a:p>
          <a:p>
            <a:pPr marL="0" lvl="0" indent="0" algn="r">
              <a:lnSpc>
                <a:spcPts val="5808"/>
              </a:lnSpc>
              <a:spcBef>
                <a:spcPct val="0"/>
              </a:spcBef>
            </a:pPr>
            <a:r>
              <a:rPr lang="en-US" sz="7200" b="1" spc="-458" dirty="0">
                <a:solidFill>
                  <a:srgbClr val="000000"/>
                </a:solidFill>
                <a:latin typeface="Garet Bold" panose="020B0604020202020204" charset="0"/>
                <a:ea typeface="Archivo Black"/>
                <a:cs typeface="Archivo Black"/>
                <a:sym typeface="Archivo Black"/>
              </a:rPr>
              <a:t>15 </a:t>
            </a:r>
            <a:r>
              <a:rPr lang="en-US" sz="7200" b="1" spc="-458" dirty="0" err="1">
                <a:solidFill>
                  <a:srgbClr val="000000"/>
                </a:solidFill>
                <a:latin typeface="Garet Bold" panose="020B0604020202020204" charset="0"/>
                <a:ea typeface="Archivo Black"/>
                <a:cs typeface="Archivo Black"/>
                <a:sym typeface="Archivo Black"/>
              </a:rPr>
              <a:t>cidades</a:t>
            </a:r>
            <a:endParaRPr lang="en-US" sz="7200" b="1" spc="-458" dirty="0">
              <a:solidFill>
                <a:srgbClr val="000000"/>
              </a:solidFill>
              <a:latin typeface="Garet Bold" panose="020B0604020202020204" charset="0"/>
              <a:ea typeface="Archivo Black"/>
              <a:cs typeface="Archivo Black"/>
              <a:sym typeface="Archivo Black"/>
            </a:endParaRPr>
          </a:p>
          <a:p>
            <a:pPr algn="r">
              <a:lnSpc>
                <a:spcPts val="5808"/>
              </a:lnSpc>
              <a:spcBef>
                <a:spcPct val="0"/>
              </a:spcBef>
            </a:pPr>
            <a:r>
              <a:rPr lang="en-US" sz="4000" spc="-458" dirty="0" err="1">
                <a:solidFill>
                  <a:srgbClr val="000000"/>
                </a:solidFill>
                <a:latin typeface="Garet" panose="020B0604020202020204" charset="0"/>
                <a:ea typeface="Archivo Black"/>
                <a:cs typeface="Archivo Black"/>
                <a:sym typeface="Archivo Black"/>
              </a:rPr>
              <a:t>abrangência</a:t>
            </a:r>
            <a:r>
              <a:rPr lang="en-US" sz="4000" spc="-458" dirty="0">
                <a:solidFill>
                  <a:srgbClr val="000000"/>
                </a:solidFill>
                <a:latin typeface="Garet" panose="020B0604020202020204" charset="0"/>
                <a:ea typeface="Archivo Black"/>
                <a:cs typeface="Archivo Black"/>
                <a:sym typeface="Archivo Black"/>
              </a:rPr>
              <a:t> da </a:t>
            </a:r>
            <a:r>
              <a:rPr lang="en-US" sz="4000" spc="-458" dirty="0" err="1">
                <a:solidFill>
                  <a:srgbClr val="000000"/>
                </a:solidFill>
                <a:latin typeface="Garet" panose="020B0604020202020204" charset="0"/>
                <a:ea typeface="Archivo Black"/>
                <a:cs typeface="Archivo Black"/>
                <a:sym typeface="Archivo Black"/>
              </a:rPr>
              <a:t>visitação</a:t>
            </a:r>
            <a:r>
              <a:rPr lang="en-US" sz="4000" spc="-458" dirty="0">
                <a:solidFill>
                  <a:srgbClr val="000000"/>
                </a:solidFill>
                <a:latin typeface="Garet" panose="020B0604020202020204" charset="0"/>
                <a:ea typeface="Archivo Black"/>
                <a:cs typeface="Archivo Black"/>
                <a:sym typeface="Archivo Black"/>
              </a:rPr>
              <a:t> de </a:t>
            </a:r>
            <a:r>
              <a:rPr lang="en-US" sz="4000" spc="-458" dirty="0" err="1">
                <a:solidFill>
                  <a:srgbClr val="000000"/>
                </a:solidFill>
                <a:latin typeface="Garet" panose="020B0604020202020204" charset="0"/>
                <a:ea typeface="Archivo Black"/>
                <a:cs typeface="Archivo Black"/>
                <a:sym typeface="Archivo Black"/>
              </a:rPr>
              <a:t>grupos</a:t>
            </a:r>
            <a:r>
              <a:rPr lang="en-US" sz="4000" spc="-458" dirty="0">
                <a:solidFill>
                  <a:srgbClr val="000000"/>
                </a:solidFill>
                <a:latin typeface="Garet" panose="020B0604020202020204" charset="0"/>
                <a:ea typeface="Archivo Black"/>
                <a:cs typeface="Archivo Black"/>
                <a:sym typeface="Archivo Black"/>
              </a:rPr>
              <a:t> para </a:t>
            </a:r>
            <a:r>
              <a:rPr lang="en-US" sz="4000" spc="-458" dirty="0" err="1">
                <a:solidFill>
                  <a:srgbClr val="000000"/>
                </a:solidFill>
                <a:latin typeface="Garet" panose="020B0604020202020204" charset="0"/>
                <a:ea typeface="Archivo Black"/>
                <a:cs typeface="Archivo Black"/>
                <a:sym typeface="Archivo Black"/>
              </a:rPr>
              <a:t>além</a:t>
            </a:r>
            <a:r>
              <a:rPr lang="en-US" sz="4000" spc="-458" dirty="0">
                <a:solidFill>
                  <a:srgbClr val="000000"/>
                </a:solidFill>
                <a:latin typeface="Garet" panose="020B0604020202020204" charset="0"/>
                <a:ea typeface="Archivo Black"/>
                <a:cs typeface="Archivo Black"/>
                <a:sym typeface="Archivo Black"/>
              </a:rPr>
              <a:t> de Rio Preto</a:t>
            </a:r>
            <a:endParaRPr lang="en-US" sz="5400" spc="-458" dirty="0">
              <a:solidFill>
                <a:srgbClr val="000000"/>
              </a:solidFill>
              <a:latin typeface="Garet" panose="020B0604020202020204" charset="0"/>
              <a:ea typeface="Archivo Black"/>
              <a:cs typeface="Archivo Black"/>
              <a:sym typeface="Archivo Black"/>
            </a:endParaRPr>
          </a:p>
          <a:p>
            <a:pPr marL="0" lvl="0" indent="0" algn="r">
              <a:lnSpc>
                <a:spcPts val="5808"/>
              </a:lnSpc>
              <a:spcBef>
                <a:spcPct val="0"/>
              </a:spcBef>
            </a:pPr>
            <a:endParaRPr lang="en-US" sz="7200" b="1" spc="-458" dirty="0">
              <a:solidFill>
                <a:srgbClr val="000000"/>
              </a:solidFill>
              <a:latin typeface="Garet" panose="020B0604020202020204" charset="0"/>
              <a:ea typeface="Archivo Black"/>
              <a:cs typeface="Archivo Black"/>
              <a:sym typeface="Archivo Black"/>
            </a:endParaRPr>
          </a:p>
        </p:txBody>
      </p:sp>
      <p:sp>
        <p:nvSpPr>
          <p:cNvPr id="11" name="TextBox 11">
            <a:extLst>
              <a:ext uri="{FF2B5EF4-FFF2-40B4-BE49-F238E27FC236}">
                <a16:creationId xmlns:a16="http://schemas.microsoft.com/office/drawing/2014/main" id="{CB6F8271-3D51-F8CF-DD9F-B19454B21C5E}"/>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08/16</a:t>
            </a:r>
          </a:p>
        </p:txBody>
      </p:sp>
      <p:sp>
        <p:nvSpPr>
          <p:cNvPr id="3" name="TextBox 13">
            <a:extLst>
              <a:ext uri="{FF2B5EF4-FFF2-40B4-BE49-F238E27FC236}">
                <a16:creationId xmlns:a16="http://schemas.microsoft.com/office/drawing/2014/main" id="{2638323E-3606-ADDD-D1C1-97B3732AAB25}"/>
              </a:ext>
            </a:extLst>
          </p:cNvPr>
          <p:cNvSpPr txBox="1"/>
          <p:nvPr/>
        </p:nvSpPr>
        <p:spPr>
          <a:xfrm>
            <a:off x="2895600" y="1790700"/>
            <a:ext cx="12877800" cy="8063746"/>
          </a:xfrm>
          <a:prstGeom prst="rect">
            <a:avLst/>
          </a:prstGeom>
        </p:spPr>
        <p:txBody>
          <a:bodyPr wrap="square" lIns="0" tIns="0" rIns="0" bIns="0" numCol="3" rtlCol="0" anchor="t">
            <a:spAutoFit/>
          </a:bodyPr>
          <a:lstStyle/>
          <a:p>
            <a:pPr marL="514350" indent="-514350">
              <a:buFont typeface="Arial" panose="020B0604020202020204" pitchFamily="34" charset="0"/>
              <a:buChar char="•"/>
            </a:pPr>
            <a:r>
              <a:rPr lang="pt-BR" sz="3200" dirty="0">
                <a:latin typeface="Garet" panose="020B0604020202020204" charset="0"/>
              </a:rPr>
              <a:t>Cajobi </a:t>
            </a:r>
          </a:p>
          <a:p>
            <a:pPr marL="514350" indent="-514350">
              <a:buFont typeface="Arial" panose="020B0604020202020204" pitchFamily="34" charset="0"/>
              <a:buChar char="•"/>
            </a:pPr>
            <a:r>
              <a:rPr lang="pt-BR" sz="3200" dirty="0">
                <a:latin typeface="Garet" panose="020B0604020202020204" charset="0"/>
              </a:rPr>
              <a:t>Catanduva </a:t>
            </a:r>
          </a:p>
          <a:p>
            <a:pPr marL="514350" indent="-514350">
              <a:buFont typeface="Arial" panose="020B0604020202020204" pitchFamily="34" charset="0"/>
              <a:buChar char="•"/>
            </a:pPr>
            <a:r>
              <a:rPr lang="pt-BR" sz="3200" dirty="0" err="1">
                <a:latin typeface="Garet" panose="020B0604020202020204" charset="0"/>
              </a:rPr>
              <a:t>Cedral</a:t>
            </a:r>
            <a:r>
              <a:rPr lang="pt-BR" sz="3200" dirty="0">
                <a:latin typeface="Garet" panose="020B0604020202020204" charset="0"/>
              </a:rPr>
              <a:t> </a:t>
            </a:r>
          </a:p>
          <a:p>
            <a:pPr marL="514350" indent="-514350">
              <a:buFont typeface="Arial" panose="020B0604020202020204" pitchFamily="34" charset="0"/>
              <a:buChar char="•"/>
            </a:pPr>
            <a:r>
              <a:rPr lang="pt-BR" sz="3200" dirty="0">
                <a:latin typeface="Garet" panose="020B0604020202020204" charset="0"/>
              </a:rPr>
              <a:t>Guapiaçu</a:t>
            </a:r>
          </a:p>
          <a:p>
            <a:pPr marL="514350" indent="-514350">
              <a:buFont typeface="Arial" panose="020B0604020202020204" pitchFamily="34" charset="0"/>
              <a:buChar char="•"/>
            </a:pPr>
            <a:r>
              <a:rPr lang="pt-BR" sz="3200" dirty="0">
                <a:latin typeface="Garet" panose="020B0604020202020204" charset="0"/>
              </a:rPr>
              <a:t>Ibirá </a:t>
            </a:r>
          </a:p>
          <a:p>
            <a:pPr marL="514350" indent="-514350">
              <a:buFont typeface="Arial" panose="020B0604020202020204" pitchFamily="34" charset="0"/>
              <a:buChar char="•"/>
            </a:pPr>
            <a:r>
              <a:rPr lang="pt-BR" sz="3200" dirty="0">
                <a:latin typeface="Garet" panose="020B0604020202020204" charset="0"/>
              </a:rPr>
              <a:t>Jales </a:t>
            </a:r>
          </a:p>
          <a:p>
            <a:pPr marL="514350" indent="-514350">
              <a:buFont typeface="Arial" panose="020B0604020202020204" pitchFamily="34" charset="0"/>
              <a:buChar char="•"/>
            </a:pPr>
            <a:r>
              <a:rPr lang="pt-BR" sz="3200" dirty="0">
                <a:latin typeface="Garet" panose="020B0604020202020204" charset="0"/>
              </a:rPr>
              <a:t>Mirassol</a:t>
            </a:r>
          </a:p>
          <a:p>
            <a:pPr marL="514350" indent="-514350">
              <a:buFont typeface="Arial" panose="020B0604020202020204" pitchFamily="34" charset="0"/>
              <a:buChar char="•"/>
            </a:pPr>
            <a:r>
              <a:rPr lang="pt-BR" sz="3200" dirty="0">
                <a:latin typeface="Garet" panose="020B0604020202020204" charset="0"/>
              </a:rPr>
              <a:t>Mirassolândia</a:t>
            </a: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514350" indent="-514350">
              <a:buFont typeface="Arial" panose="020B0604020202020204" pitchFamily="34" charset="0"/>
              <a:buChar char="•"/>
            </a:pPr>
            <a:endParaRPr lang="pt-BR" sz="3200" dirty="0">
              <a:latin typeface="Garet" panose="020B0604020202020204" charset="0"/>
            </a:endParaRPr>
          </a:p>
          <a:p>
            <a:pPr marL="1158875" indent="-168275">
              <a:buFont typeface="Arial" panose="020B0604020202020204" pitchFamily="34" charset="0"/>
              <a:buChar char="•"/>
            </a:pPr>
            <a:r>
              <a:rPr lang="pt-BR" sz="3200" dirty="0">
                <a:latin typeface="Garet" panose="020B0604020202020204" charset="0"/>
              </a:rPr>
              <a:t>Monte Aprazível </a:t>
            </a:r>
          </a:p>
          <a:p>
            <a:pPr marL="1158875" indent="-168275">
              <a:buFont typeface="Arial" panose="020B0604020202020204" pitchFamily="34" charset="0"/>
              <a:buChar char="•"/>
            </a:pPr>
            <a:r>
              <a:rPr lang="pt-BR" sz="3200" dirty="0">
                <a:latin typeface="Garet" panose="020B0604020202020204" charset="0"/>
              </a:rPr>
              <a:t>Penápolis </a:t>
            </a:r>
          </a:p>
          <a:p>
            <a:pPr marL="1158875" indent="-168275">
              <a:buFont typeface="Arial" panose="020B0604020202020204" pitchFamily="34" charset="0"/>
              <a:buChar char="•"/>
            </a:pPr>
            <a:r>
              <a:rPr lang="pt-BR" sz="3200" dirty="0">
                <a:latin typeface="Garet" panose="020B0604020202020204" charset="0"/>
              </a:rPr>
              <a:t>Potirendaba</a:t>
            </a:r>
          </a:p>
          <a:p>
            <a:pPr marL="1158875" indent="-168275">
              <a:buFont typeface="Arial" panose="020B0604020202020204" pitchFamily="34" charset="0"/>
              <a:buChar char="•"/>
            </a:pPr>
            <a:r>
              <a:rPr lang="pt-BR" sz="3200" dirty="0">
                <a:latin typeface="Garet" panose="020B0604020202020204" charset="0"/>
              </a:rPr>
              <a:t>Tanabi </a:t>
            </a:r>
          </a:p>
          <a:p>
            <a:pPr marL="1158875" indent="-168275">
              <a:buFont typeface="Arial" panose="020B0604020202020204" pitchFamily="34" charset="0"/>
              <a:buChar char="•"/>
            </a:pPr>
            <a:r>
              <a:rPr lang="pt-BR" sz="3200" dirty="0">
                <a:latin typeface="Garet" panose="020B0604020202020204" charset="0"/>
              </a:rPr>
              <a:t>Uchôa </a:t>
            </a:r>
          </a:p>
          <a:p>
            <a:pPr marL="1158875" indent="-168275">
              <a:buFont typeface="Arial" panose="020B0604020202020204" pitchFamily="34" charset="0"/>
              <a:buChar char="•"/>
            </a:pPr>
            <a:r>
              <a:rPr lang="pt-BR" sz="3200" dirty="0">
                <a:latin typeface="Garet" panose="020B0604020202020204" charset="0"/>
              </a:rPr>
              <a:t>Urupês</a:t>
            </a:r>
          </a:p>
          <a:p>
            <a:pPr marL="1158875" indent="-168275">
              <a:buFont typeface="Arial" panose="020B0604020202020204" pitchFamily="34" charset="0"/>
              <a:buChar char="•"/>
            </a:pPr>
            <a:r>
              <a:rPr lang="pt-BR" sz="3200" dirty="0">
                <a:latin typeface="Garet" panose="020B0604020202020204" charset="0"/>
              </a:rPr>
              <a:t>Votuporanga</a:t>
            </a:r>
          </a:p>
        </p:txBody>
      </p:sp>
    </p:spTree>
    <p:extLst>
      <p:ext uri="{BB962C8B-B14F-4D97-AF65-F5344CB8AC3E}">
        <p14:creationId xmlns:p14="http://schemas.microsoft.com/office/powerpoint/2010/main" val="360028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54F1D-16E1-FA8F-8C1C-5D689D9903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10" name="TextBox 10">
            <a:extLst>
              <a:ext uri="{FF2B5EF4-FFF2-40B4-BE49-F238E27FC236}">
                <a16:creationId xmlns:a16="http://schemas.microsoft.com/office/drawing/2014/main" id="{D7F082A3-D60F-1AAB-1517-60689FB4FD8C}"/>
              </a:ext>
            </a:extLst>
          </p:cNvPr>
          <p:cNvSpPr txBox="1"/>
          <p:nvPr/>
        </p:nvSpPr>
        <p:spPr>
          <a:xfrm>
            <a:off x="394651" y="1346835"/>
            <a:ext cx="8749349" cy="3066224"/>
          </a:xfrm>
          <a:prstGeom prst="rect">
            <a:avLst/>
          </a:prstGeom>
        </p:spPr>
        <p:txBody>
          <a:bodyPr wrap="square" lIns="0" tIns="0" rIns="0" bIns="0" rtlCol="0" anchor="t">
            <a:spAutoFit/>
          </a:bodyPr>
          <a:lstStyle/>
          <a:p>
            <a:pPr algn="r">
              <a:lnSpc>
                <a:spcPts val="5808"/>
              </a:lnSpc>
            </a:pPr>
            <a:r>
              <a:rPr lang="en-US" sz="5808" spc="-458" dirty="0">
                <a:solidFill>
                  <a:srgbClr val="000000"/>
                </a:solidFill>
                <a:latin typeface="Garet Bold" panose="020B0604020202020204" charset="0"/>
                <a:ea typeface="Archivo Black"/>
                <a:cs typeface="Archivo Black"/>
                <a:sym typeface="Archivo Black"/>
              </a:rPr>
              <a:t> </a:t>
            </a:r>
          </a:p>
          <a:p>
            <a:pPr marL="0" lvl="0" indent="0" algn="r">
              <a:lnSpc>
                <a:spcPts val="5808"/>
              </a:lnSpc>
              <a:spcBef>
                <a:spcPct val="0"/>
              </a:spcBef>
            </a:pPr>
            <a:r>
              <a:rPr lang="en-US" sz="7200" b="1" spc="-458" dirty="0">
                <a:solidFill>
                  <a:srgbClr val="000000"/>
                </a:solidFill>
                <a:latin typeface="Garet Bold" panose="020B0604020202020204" charset="0"/>
                <a:ea typeface="Archivo Black"/>
                <a:cs typeface="Archivo Black"/>
                <a:sym typeface="Archivo Black"/>
              </a:rPr>
              <a:t>11 </a:t>
            </a:r>
            <a:r>
              <a:rPr lang="en-US" sz="7200" b="1" spc="-458" dirty="0" err="1">
                <a:solidFill>
                  <a:srgbClr val="000000"/>
                </a:solidFill>
                <a:latin typeface="Garet Bold" panose="020B0604020202020204" charset="0"/>
                <a:ea typeface="Archivo Black"/>
                <a:cs typeface="Archivo Black"/>
                <a:sym typeface="Archivo Black"/>
              </a:rPr>
              <a:t>instituições</a:t>
            </a:r>
            <a:endParaRPr lang="en-US" sz="7200" b="1" spc="-458" dirty="0">
              <a:solidFill>
                <a:srgbClr val="000000"/>
              </a:solidFill>
              <a:latin typeface="Garet Bold" panose="020B0604020202020204" charset="0"/>
              <a:ea typeface="Archivo Black"/>
              <a:cs typeface="Archivo Black"/>
              <a:sym typeface="Archivo Black"/>
            </a:endParaRPr>
          </a:p>
          <a:p>
            <a:pPr algn="r">
              <a:lnSpc>
                <a:spcPts val="5808"/>
              </a:lnSpc>
              <a:spcBef>
                <a:spcPct val="0"/>
              </a:spcBef>
            </a:pPr>
            <a:r>
              <a:rPr lang="en-US" sz="4000" spc="-458" dirty="0" err="1">
                <a:solidFill>
                  <a:srgbClr val="000000"/>
                </a:solidFill>
                <a:latin typeface="Garet" panose="020B0604020202020204" charset="0"/>
                <a:ea typeface="Archivo Black"/>
                <a:cs typeface="Archivo Black"/>
                <a:sym typeface="Archivo Black"/>
              </a:rPr>
              <a:t>destaques</a:t>
            </a:r>
            <a:r>
              <a:rPr lang="en-US" sz="4000" spc="-458" dirty="0">
                <a:solidFill>
                  <a:srgbClr val="000000"/>
                </a:solidFill>
                <a:latin typeface="Garet" panose="020B0604020202020204" charset="0"/>
                <a:ea typeface="Archivo Black"/>
                <a:cs typeface="Archivo Black"/>
                <a:sym typeface="Archivo Black"/>
              </a:rPr>
              <a:t> entre as </a:t>
            </a:r>
            <a:r>
              <a:rPr lang="en-US" sz="4000" spc="-458" dirty="0" err="1">
                <a:solidFill>
                  <a:srgbClr val="000000"/>
                </a:solidFill>
                <a:latin typeface="Garet" panose="020B0604020202020204" charset="0"/>
                <a:ea typeface="Archivo Black"/>
                <a:cs typeface="Archivo Black"/>
                <a:sym typeface="Archivo Black"/>
              </a:rPr>
              <a:t>instituições</a:t>
            </a:r>
            <a:r>
              <a:rPr lang="en-US" sz="4000" spc="-458" dirty="0">
                <a:solidFill>
                  <a:srgbClr val="000000"/>
                </a:solidFill>
                <a:latin typeface="Garet" panose="020B0604020202020204" charset="0"/>
                <a:ea typeface="Archivo Black"/>
                <a:cs typeface="Archivo Black"/>
                <a:sym typeface="Archivo Black"/>
              </a:rPr>
              <a:t> </a:t>
            </a:r>
            <a:r>
              <a:rPr lang="en-US" sz="4000" spc="-458" dirty="0" err="1">
                <a:solidFill>
                  <a:srgbClr val="000000"/>
                </a:solidFill>
                <a:latin typeface="Garet" panose="020B0604020202020204" charset="0"/>
                <a:ea typeface="Archivo Black"/>
                <a:cs typeface="Archivo Black"/>
                <a:sym typeface="Archivo Black"/>
              </a:rPr>
              <a:t>recebidas</a:t>
            </a:r>
            <a:endParaRPr lang="en-US" sz="5400" spc="-458" dirty="0">
              <a:solidFill>
                <a:srgbClr val="000000"/>
              </a:solidFill>
              <a:latin typeface="Garet" panose="020B0604020202020204" charset="0"/>
              <a:ea typeface="Archivo Black"/>
              <a:cs typeface="Archivo Black"/>
              <a:sym typeface="Archivo Black"/>
            </a:endParaRPr>
          </a:p>
          <a:p>
            <a:pPr marL="0" lvl="0" indent="0" algn="r">
              <a:lnSpc>
                <a:spcPts val="5808"/>
              </a:lnSpc>
              <a:spcBef>
                <a:spcPct val="0"/>
              </a:spcBef>
            </a:pPr>
            <a:endParaRPr lang="en-US" sz="7200" b="1" spc="-458" dirty="0">
              <a:solidFill>
                <a:srgbClr val="000000"/>
              </a:solidFill>
              <a:latin typeface="Garet Bold" panose="020B0604020202020204" charset="0"/>
              <a:ea typeface="Archivo Black"/>
              <a:cs typeface="Archivo Black"/>
              <a:sym typeface="Archivo Black"/>
            </a:endParaRPr>
          </a:p>
        </p:txBody>
      </p:sp>
      <p:sp>
        <p:nvSpPr>
          <p:cNvPr id="11" name="TextBox 11">
            <a:extLst>
              <a:ext uri="{FF2B5EF4-FFF2-40B4-BE49-F238E27FC236}">
                <a16:creationId xmlns:a16="http://schemas.microsoft.com/office/drawing/2014/main" id="{6BC3A460-C150-E3A8-05B9-91D55EB1C4B7}"/>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09/16</a:t>
            </a:r>
          </a:p>
        </p:txBody>
      </p:sp>
      <p:sp>
        <p:nvSpPr>
          <p:cNvPr id="3" name="TextBox 13">
            <a:extLst>
              <a:ext uri="{FF2B5EF4-FFF2-40B4-BE49-F238E27FC236}">
                <a16:creationId xmlns:a16="http://schemas.microsoft.com/office/drawing/2014/main" id="{443776A8-5BF1-5C6C-FDAB-3F0211A9B258}"/>
              </a:ext>
            </a:extLst>
          </p:cNvPr>
          <p:cNvSpPr txBox="1"/>
          <p:nvPr/>
        </p:nvSpPr>
        <p:spPr>
          <a:xfrm>
            <a:off x="6172200" y="4076700"/>
            <a:ext cx="11414218" cy="5416868"/>
          </a:xfrm>
          <a:prstGeom prst="rect">
            <a:avLst/>
          </a:prstGeom>
        </p:spPr>
        <p:txBody>
          <a:bodyPr wrap="square" lIns="0" tIns="0" rIns="0" bIns="0" numCol="1" rtlCol="0" anchor="t">
            <a:spAutoFit/>
          </a:bodyPr>
          <a:lstStyle/>
          <a:p>
            <a:pPr marL="285750" indent="-285750">
              <a:buFont typeface="Arial" panose="020B0604020202020204" pitchFamily="34" charset="0"/>
              <a:buChar char="•"/>
            </a:pPr>
            <a:r>
              <a:rPr lang="pt-BR" sz="2800" dirty="0">
                <a:latin typeface="Garet" panose="020B0604020202020204" charset="0"/>
              </a:rPr>
              <a:t>APAE</a:t>
            </a:r>
          </a:p>
          <a:p>
            <a:pPr marL="285750" indent="-285750">
              <a:buFont typeface="Arial" panose="020B0604020202020204" pitchFamily="34" charset="0"/>
              <a:buChar char="•"/>
            </a:pPr>
            <a:r>
              <a:rPr lang="pt-BR" sz="2800" dirty="0">
                <a:latin typeface="Garet" panose="020B0604020202020204" charset="0"/>
              </a:rPr>
              <a:t>ARPROM - Associação Riopretense de Promoção do Menor</a:t>
            </a:r>
          </a:p>
          <a:p>
            <a:pPr marL="285750" indent="-285750">
              <a:buFont typeface="Arial" panose="020B0604020202020204" pitchFamily="34" charset="0"/>
              <a:buChar char="•"/>
            </a:pPr>
            <a:r>
              <a:rPr lang="pt-BR" sz="2800" dirty="0">
                <a:latin typeface="Garet" panose="020B0604020202020204" charset="0"/>
              </a:rPr>
              <a:t>CAPS </a:t>
            </a:r>
          </a:p>
          <a:p>
            <a:pPr marL="285750" indent="-285750">
              <a:buFont typeface="Arial" panose="020B0604020202020204" pitchFamily="34" charset="0"/>
              <a:buChar char="•"/>
            </a:pPr>
            <a:r>
              <a:rPr lang="pt-BR" sz="2800" dirty="0">
                <a:latin typeface="Garet" panose="020B0604020202020204" charset="0"/>
              </a:rPr>
              <a:t>Centro de Atendimento Educacional Especializado e Convivência - CAEEC</a:t>
            </a:r>
          </a:p>
          <a:p>
            <a:pPr marL="285750" indent="-285750">
              <a:buFont typeface="Arial" panose="020B0604020202020204" pitchFamily="34" charset="0"/>
              <a:buChar char="•"/>
            </a:pPr>
            <a:r>
              <a:rPr lang="pt-BR" sz="2800" dirty="0">
                <a:latin typeface="Garet" panose="020B0604020202020204" charset="0"/>
              </a:rPr>
              <a:t>CRAS </a:t>
            </a:r>
          </a:p>
          <a:p>
            <a:pPr marL="285750" indent="-285750">
              <a:buFont typeface="Arial" panose="020B0604020202020204" pitchFamily="34" charset="0"/>
              <a:buChar char="•"/>
            </a:pPr>
            <a:r>
              <a:rPr lang="pt-BR" sz="2800" dirty="0">
                <a:latin typeface="Garet" panose="020B0604020202020204" charset="0"/>
              </a:rPr>
              <a:t>Fundação Casa </a:t>
            </a:r>
          </a:p>
          <a:p>
            <a:pPr marL="285750" indent="-285750">
              <a:buFont typeface="Arial" panose="020B0604020202020204" pitchFamily="34" charset="0"/>
              <a:buChar char="•"/>
            </a:pPr>
            <a:r>
              <a:rPr lang="pt-BR" sz="2800" dirty="0">
                <a:latin typeface="Garet" panose="020B0604020202020204" charset="0"/>
              </a:rPr>
              <a:t>Instituto Alarme </a:t>
            </a:r>
          </a:p>
          <a:p>
            <a:pPr marL="285750" indent="-285750">
              <a:buFont typeface="Arial" panose="020B0604020202020204" pitchFamily="34" charset="0"/>
              <a:buChar char="•"/>
            </a:pPr>
            <a:r>
              <a:rPr lang="pt-BR" sz="2800" dirty="0">
                <a:latin typeface="Garet" panose="020B0604020202020204" charset="0"/>
              </a:rPr>
              <a:t>Instituto Riopretense dos Cegos Trabalhadores</a:t>
            </a:r>
          </a:p>
          <a:p>
            <a:pPr marL="285750" indent="-285750">
              <a:buFont typeface="Arial" panose="020B0604020202020204" pitchFamily="34" charset="0"/>
              <a:buChar char="•"/>
            </a:pPr>
            <a:r>
              <a:rPr lang="pt-BR" sz="2800" dirty="0">
                <a:latin typeface="Garet" panose="020B0604020202020204" charset="0"/>
              </a:rPr>
              <a:t>Secretaria Municipal de Assistência Social</a:t>
            </a:r>
          </a:p>
          <a:p>
            <a:pPr marL="285750" indent="-285750">
              <a:buFont typeface="Arial" panose="020B0604020202020204" pitchFamily="34" charset="0"/>
              <a:buChar char="•"/>
            </a:pPr>
            <a:r>
              <a:rPr lang="pt-BR" sz="2800" dirty="0">
                <a:latin typeface="Garet" panose="020B0604020202020204" charset="0"/>
              </a:rPr>
              <a:t>UNESP </a:t>
            </a:r>
          </a:p>
          <a:p>
            <a:endParaRPr lang="pt-BR" sz="4400" dirty="0"/>
          </a:p>
        </p:txBody>
      </p:sp>
    </p:spTree>
    <p:extLst>
      <p:ext uri="{BB962C8B-B14F-4D97-AF65-F5344CB8AC3E}">
        <p14:creationId xmlns:p14="http://schemas.microsoft.com/office/powerpoint/2010/main" val="5118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12" y="879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latin typeface="Garet" panose="020B0604020202020204" charset="0"/>
            </a:endParaRP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4"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21" name="TextBox 21"/>
          <p:cNvSpPr txBox="1"/>
          <p:nvPr/>
        </p:nvSpPr>
        <p:spPr>
          <a:xfrm>
            <a:off x="1280856" y="1763380"/>
            <a:ext cx="15786981" cy="711733"/>
          </a:xfrm>
          <a:prstGeom prst="rect">
            <a:avLst/>
          </a:prstGeom>
        </p:spPr>
        <p:txBody>
          <a:bodyPr wrap="square" lIns="0" tIns="0" rIns="0" bIns="0" rtlCol="0" anchor="t">
            <a:spAutoFit/>
          </a:bodyPr>
          <a:lstStyle/>
          <a:p>
            <a:pPr>
              <a:lnSpc>
                <a:spcPts val="5808"/>
              </a:lnSpc>
            </a:pPr>
            <a:r>
              <a:rPr lang="en-US" sz="4000" spc="-458" dirty="0" err="1">
                <a:solidFill>
                  <a:srgbClr val="000000"/>
                </a:solidFill>
                <a:latin typeface="Garet Bold" panose="020B0604020202020204" charset="0"/>
                <a:ea typeface="Archivo Black"/>
                <a:cs typeface="Archivo Black"/>
                <a:sym typeface="Archivo Black"/>
              </a:rPr>
              <a:t>Parcerias</a:t>
            </a:r>
            <a:r>
              <a:rPr lang="en-US" sz="4000" spc="-458" dirty="0">
                <a:solidFill>
                  <a:srgbClr val="000000"/>
                </a:solidFill>
                <a:latin typeface="Garet Bold" panose="020B0604020202020204" charset="0"/>
                <a:ea typeface="Archivo Black"/>
                <a:cs typeface="Archivo Black"/>
                <a:sym typeface="Archivo Black"/>
              </a:rPr>
              <a:t> e </a:t>
            </a:r>
            <a:r>
              <a:rPr lang="en-US" sz="4000" spc="-458" dirty="0" err="1">
                <a:solidFill>
                  <a:srgbClr val="000000"/>
                </a:solidFill>
                <a:latin typeface="Garet Bold" panose="020B0604020202020204" charset="0"/>
                <a:ea typeface="Archivo Black"/>
                <a:cs typeface="Archivo Black"/>
                <a:sym typeface="Archivo Black"/>
              </a:rPr>
              <a:t>relacionamentos</a:t>
            </a:r>
            <a:r>
              <a:rPr lang="en-US" sz="4000" spc="-458" dirty="0">
                <a:solidFill>
                  <a:srgbClr val="000000"/>
                </a:solidFill>
                <a:latin typeface="Garet Bold" panose="020B0604020202020204" charset="0"/>
                <a:ea typeface="Archivo Black"/>
                <a:cs typeface="Archivo Black"/>
                <a:sym typeface="Archivo Black"/>
              </a:rPr>
              <a:t> </a:t>
            </a:r>
            <a:r>
              <a:rPr lang="en-US" sz="4000" spc="-458" dirty="0" err="1">
                <a:solidFill>
                  <a:srgbClr val="000000"/>
                </a:solidFill>
                <a:latin typeface="Garet Bold" panose="020B0604020202020204" charset="0"/>
                <a:ea typeface="Archivo Black"/>
                <a:cs typeface="Archivo Black"/>
                <a:sym typeface="Archivo Black"/>
              </a:rPr>
              <a:t>estabelecidos</a:t>
            </a:r>
            <a:r>
              <a:rPr lang="en-US" sz="4000" spc="-458" dirty="0">
                <a:solidFill>
                  <a:srgbClr val="000000"/>
                </a:solidFill>
                <a:latin typeface="Garet Bold" panose="020B0604020202020204" charset="0"/>
                <a:ea typeface="Archivo Black"/>
                <a:cs typeface="Archivo Black"/>
                <a:sym typeface="Archivo Black"/>
              </a:rPr>
              <a:t>  a </a:t>
            </a:r>
            <a:r>
              <a:rPr lang="en-US" sz="4000" spc="-458" dirty="0" err="1">
                <a:solidFill>
                  <a:srgbClr val="000000"/>
                </a:solidFill>
                <a:latin typeface="Garet Bold" panose="020B0604020202020204" charset="0"/>
                <a:ea typeface="Archivo Black"/>
                <a:cs typeface="Archivo Black"/>
                <a:sym typeface="Archivo Black"/>
              </a:rPr>
              <a:t>partir</a:t>
            </a:r>
            <a:r>
              <a:rPr lang="en-US" sz="4000" spc="-458" dirty="0">
                <a:solidFill>
                  <a:srgbClr val="000000"/>
                </a:solidFill>
                <a:latin typeface="Garet Bold" panose="020B0604020202020204" charset="0"/>
                <a:ea typeface="Archivo Black"/>
                <a:cs typeface="Archivo Black"/>
                <a:sym typeface="Archivo Black"/>
              </a:rPr>
              <a:t> da </a:t>
            </a:r>
            <a:r>
              <a:rPr lang="en-US" sz="4000" spc="-458" dirty="0" err="1">
                <a:solidFill>
                  <a:srgbClr val="000000"/>
                </a:solidFill>
                <a:latin typeface="Garet Bold" panose="020B0604020202020204" charset="0"/>
                <a:ea typeface="Archivo Black"/>
                <a:cs typeface="Archivo Black"/>
                <a:sym typeface="Archivo Black"/>
              </a:rPr>
              <a:t>exposição</a:t>
            </a:r>
            <a:endParaRPr lang="en-US" sz="4000" spc="-458" dirty="0">
              <a:solidFill>
                <a:srgbClr val="000000"/>
              </a:solidFill>
              <a:latin typeface="Garet Bold" panose="020B0604020202020204" charset="0"/>
              <a:ea typeface="Archivo Black"/>
              <a:cs typeface="Archivo Black"/>
              <a:sym typeface="Archivo Black"/>
            </a:endParaRPr>
          </a:p>
        </p:txBody>
      </p:sp>
      <p:sp>
        <p:nvSpPr>
          <p:cNvPr id="22" name="TextBox 22"/>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10/16</a:t>
            </a:r>
          </a:p>
        </p:txBody>
      </p:sp>
      <p:sp>
        <p:nvSpPr>
          <p:cNvPr id="23" name="TextBox 23"/>
          <p:cNvSpPr txBox="1"/>
          <p:nvPr/>
        </p:nvSpPr>
        <p:spPr>
          <a:xfrm>
            <a:off x="533549" y="3694667"/>
            <a:ext cx="4435171" cy="2154436"/>
          </a:xfrm>
          <a:prstGeom prst="rect">
            <a:avLst/>
          </a:prstGeom>
        </p:spPr>
        <p:txBody>
          <a:bodyPr wrap="square" lIns="0" tIns="0" rIns="0" bIns="0" rtlCol="0" anchor="t">
            <a:spAutoFit/>
          </a:bodyPr>
          <a:lstStyle/>
          <a:p>
            <a:pPr algn="ctr">
              <a:lnSpc>
                <a:spcPts val="2794"/>
              </a:lnSpc>
            </a:pPr>
            <a:r>
              <a:rPr lang="pt-BR" sz="2400" b="1" dirty="0">
                <a:latin typeface="Garet Bold" panose="020B0604020202020204" charset="0"/>
              </a:rPr>
              <a:t>Aldeia Icatu</a:t>
            </a:r>
            <a:br>
              <a:rPr lang="pt-BR" sz="2400" b="1" dirty="0">
                <a:latin typeface="Garet" panose="020B0604020202020204" charset="0"/>
              </a:rPr>
            </a:br>
            <a:r>
              <a:rPr lang="pt-BR" sz="2400" dirty="0">
                <a:latin typeface="Garet" panose="020B0604020202020204" charset="0"/>
              </a:rPr>
              <a:t>localizada no município de Braúna e habitada pelos povos Kaingang, Terena e Guarani </a:t>
            </a:r>
            <a:r>
              <a:rPr lang="pt-BR" sz="2400" dirty="0" err="1">
                <a:latin typeface="Garet" panose="020B0604020202020204" charset="0"/>
              </a:rPr>
              <a:t>Nhandewa</a:t>
            </a:r>
            <a:endParaRPr lang="en-US" sz="2400" b="1" dirty="0">
              <a:solidFill>
                <a:srgbClr val="000000"/>
              </a:solidFill>
              <a:latin typeface="Garet" panose="020B0604020202020204" charset="0"/>
              <a:ea typeface="Garet Bold"/>
              <a:cs typeface="Garet Bold"/>
            </a:endParaRPr>
          </a:p>
          <a:p>
            <a:pPr algn="ctr">
              <a:lnSpc>
                <a:spcPts val="2794"/>
              </a:lnSpc>
            </a:pPr>
            <a:endParaRPr lang="pt-BR" sz="2400" b="1" dirty="0">
              <a:latin typeface="Garet" panose="020B0604020202020204" charset="0"/>
            </a:endParaRPr>
          </a:p>
        </p:txBody>
      </p:sp>
      <p:sp>
        <p:nvSpPr>
          <p:cNvPr id="24" name="TextBox 24"/>
          <p:cNvSpPr txBox="1"/>
          <p:nvPr/>
        </p:nvSpPr>
        <p:spPr>
          <a:xfrm>
            <a:off x="3657600" y="6764785"/>
            <a:ext cx="4175279" cy="1079783"/>
          </a:xfrm>
          <a:prstGeom prst="rect">
            <a:avLst/>
          </a:prstGeom>
        </p:spPr>
        <p:txBody>
          <a:bodyPr lIns="0" tIns="0" rIns="0" bIns="0" rtlCol="0" anchor="t">
            <a:spAutoFit/>
          </a:bodyPr>
          <a:lstStyle/>
          <a:p>
            <a:pPr algn="ctr">
              <a:lnSpc>
                <a:spcPts val="2794"/>
              </a:lnSpc>
            </a:pPr>
            <a:r>
              <a:rPr lang="en-US" sz="2400" b="1" dirty="0">
                <a:solidFill>
                  <a:srgbClr val="000000"/>
                </a:solidFill>
                <a:latin typeface="Garet Bold" panose="020B0604020202020204" charset="0"/>
                <a:ea typeface="Garet Bold"/>
                <a:cs typeface="Garet Bold"/>
                <a:sym typeface="Garet Bold"/>
              </a:rPr>
              <a:t>Senac Rio Preto</a:t>
            </a:r>
            <a:endParaRPr lang="pt-BR" sz="2400" dirty="0">
              <a:latin typeface="Garet Bold" panose="020B0604020202020204" charset="0"/>
            </a:endParaRPr>
          </a:p>
          <a:p>
            <a:pPr algn="ctr">
              <a:lnSpc>
                <a:spcPts val="2794"/>
              </a:lnSpc>
            </a:pPr>
            <a:r>
              <a:rPr lang="en-US" sz="2400" dirty="0" err="1">
                <a:solidFill>
                  <a:srgbClr val="000000"/>
                </a:solidFill>
                <a:latin typeface="Garet" panose="020B0604020202020204" charset="0"/>
                <a:ea typeface="Garet Bold"/>
                <a:cs typeface="Garet Bold"/>
                <a:sym typeface="Garet Bold"/>
              </a:rPr>
              <a:t>Ampliação</a:t>
            </a:r>
            <a:r>
              <a:rPr lang="en-US" sz="2400" dirty="0">
                <a:solidFill>
                  <a:srgbClr val="000000"/>
                </a:solidFill>
                <a:latin typeface="Garet" panose="020B0604020202020204" charset="0"/>
                <a:ea typeface="Garet Bold"/>
                <a:cs typeface="Garet Bold"/>
                <a:sym typeface="Garet Bold"/>
              </a:rPr>
              <a:t> da </a:t>
            </a:r>
            <a:r>
              <a:rPr lang="en-US" sz="2400" dirty="0" err="1">
                <a:solidFill>
                  <a:srgbClr val="000000"/>
                </a:solidFill>
                <a:latin typeface="Garet" panose="020B0604020202020204" charset="0"/>
                <a:ea typeface="Garet Bold"/>
                <a:cs typeface="Garet Bold"/>
                <a:sym typeface="Garet Bold"/>
              </a:rPr>
              <a:t>visitação</a:t>
            </a:r>
            <a:r>
              <a:rPr lang="en-US" sz="2400" dirty="0">
                <a:solidFill>
                  <a:srgbClr val="000000"/>
                </a:solidFill>
                <a:latin typeface="Garet" panose="020B0604020202020204" charset="0"/>
                <a:ea typeface="Garet Bold"/>
                <a:cs typeface="Garet Bold"/>
                <a:sym typeface="Garet Bold"/>
              </a:rPr>
              <a:t> de </a:t>
            </a:r>
            <a:r>
              <a:rPr lang="en-US" sz="2400" dirty="0" err="1">
                <a:solidFill>
                  <a:srgbClr val="000000"/>
                </a:solidFill>
                <a:latin typeface="Garet" panose="020B0604020202020204" charset="0"/>
                <a:ea typeface="Garet Bold"/>
                <a:cs typeface="Garet Bold"/>
                <a:sym typeface="Garet Bold"/>
              </a:rPr>
              <a:t>turmas</a:t>
            </a:r>
            <a:r>
              <a:rPr lang="en-US" sz="2400" dirty="0">
                <a:solidFill>
                  <a:srgbClr val="000000"/>
                </a:solidFill>
                <a:latin typeface="Garet" panose="020B0604020202020204" charset="0"/>
                <a:ea typeface="Garet Bold"/>
                <a:cs typeface="Garet Bold"/>
                <a:sym typeface="Garet Bold"/>
              </a:rPr>
              <a:t> </a:t>
            </a:r>
            <a:r>
              <a:rPr lang="en-US" sz="2400" dirty="0" err="1">
                <a:solidFill>
                  <a:srgbClr val="000000"/>
                </a:solidFill>
                <a:latin typeface="Garet" panose="020B0604020202020204" charset="0"/>
                <a:ea typeface="Garet Bold"/>
                <a:cs typeface="Garet Bold"/>
                <a:sym typeface="Garet Bold"/>
              </a:rPr>
              <a:t>na</a:t>
            </a:r>
            <a:r>
              <a:rPr lang="en-US" sz="2400" dirty="0">
                <a:solidFill>
                  <a:srgbClr val="000000"/>
                </a:solidFill>
                <a:latin typeface="Garet" panose="020B0604020202020204" charset="0"/>
                <a:ea typeface="Garet Bold"/>
                <a:cs typeface="Garet Bold"/>
                <a:sym typeface="Garet Bold"/>
              </a:rPr>
              <a:t> </a:t>
            </a:r>
            <a:r>
              <a:rPr lang="en-US" sz="2400" dirty="0" err="1">
                <a:solidFill>
                  <a:srgbClr val="000000"/>
                </a:solidFill>
                <a:latin typeface="Garet" panose="020B0604020202020204" charset="0"/>
                <a:ea typeface="Garet Bold"/>
                <a:cs typeface="Garet Bold"/>
                <a:sym typeface="Garet Bold"/>
              </a:rPr>
              <a:t>exposição</a:t>
            </a:r>
            <a:endParaRPr lang="en-US" sz="2400" dirty="0">
              <a:solidFill>
                <a:srgbClr val="000000"/>
              </a:solidFill>
              <a:latin typeface="Garet" panose="020B0604020202020204" charset="0"/>
              <a:ea typeface="Garet Bold"/>
              <a:cs typeface="Garet Bold"/>
            </a:endParaRPr>
          </a:p>
        </p:txBody>
      </p:sp>
      <p:sp>
        <p:nvSpPr>
          <p:cNvPr id="27" name="TextBox 27"/>
          <p:cNvSpPr txBox="1"/>
          <p:nvPr/>
        </p:nvSpPr>
        <p:spPr>
          <a:xfrm>
            <a:off x="13271287" y="3853409"/>
            <a:ext cx="4114584" cy="1079783"/>
          </a:xfrm>
          <a:prstGeom prst="rect">
            <a:avLst/>
          </a:prstGeom>
        </p:spPr>
        <p:txBody>
          <a:bodyPr lIns="0" tIns="0" rIns="0" bIns="0" rtlCol="0" anchor="t">
            <a:spAutoFit/>
          </a:bodyPr>
          <a:lstStyle/>
          <a:p>
            <a:pPr algn="ctr">
              <a:lnSpc>
                <a:spcPts val="2794"/>
              </a:lnSpc>
            </a:pPr>
            <a:r>
              <a:rPr lang="en-US" sz="2400" b="1" dirty="0" err="1">
                <a:solidFill>
                  <a:srgbClr val="000000"/>
                </a:solidFill>
                <a:latin typeface="Garet Bold" panose="020B0604020202020204" charset="0"/>
                <a:ea typeface="Garet Bold"/>
                <a:cs typeface="Garet Bold"/>
                <a:sym typeface="Garet Bold"/>
              </a:rPr>
              <a:t>Unesp</a:t>
            </a:r>
            <a:r>
              <a:rPr lang="en-US" sz="2400" b="1" dirty="0">
                <a:solidFill>
                  <a:srgbClr val="000000"/>
                </a:solidFill>
                <a:latin typeface="Garet Bold" panose="020B0604020202020204" charset="0"/>
                <a:ea typeface="Garet Bold"/>
                <a:cs typeface="Garet Bold"/>
                <a:sym typeface="Garet Bold"/>
              </a:rPr>
              <a:t> Rio Preto</a:t>
            </a:r>
            <a:endParaRPr lang="en-US" sz="2400" b="1" dirty="0">
              <a:solidFill>
                <a:srgbClr val="000000"/>
              </a:solidFill>
              <a:latin typeface="Garet Bold" panose="020B0604020202020204" charset="0"/>
              <a:ea typeface="Garet Bold"/>
              <a:cs typeface="Garet Bold"/>
            </a:endParaRPr>
          </a:p>
          <a:p>
            <a:pPr algn="ctr">
              <a:lnSpc>
                <a:spcPts val="2794"/>
              </a:lnSpc>
            </a:pPr>
            <a:r>
              <a:rPr lang="en-US" sz="2400" dirty="0" err="1">
                <a:solidFill>
                  <a:srgbClr val="000000"/>
                </a:solidFill>
                <a:latin typeface="Garet" panose="020B0604020202020204" charset="0"/>
                <a:ea typeface="Garet Bold"/>
                <a:cs typeface="Garet Bold"/>
                <a:sym typeface="Garet Bold"/>
              </a:rPr>
              <a:t>Ampliação</a:t>
            </a:r>
            <a:r>
              <a:rPr lang="en-US" sz="2400" dirty="0">
                <a:solidFill>
                  <a:srgbClr val="000000"/>
                </a:solidFill>
                <a:latin typeface="Garet" panose="020B0604020202020204" charset="0"/>
                <a:ea typeface="Garet Bold"/>
                <a:cs typeface="Garet Bold"/>
                <a:sym typeface="Garet Bold"/>
              </a:rPr>
              <a:t> da </a:t>
            </a:r>
            <a:r>
              <a:rPr lang="en-US" sz="2400" dirty="0" err="1">
                <a:solidFill>
                  <a:srgbClr val="000000"/>
                </a:solidFill>
                <a:latin typeface="Garet" panose="020B0604020202020204" charset="0"/>
                <a:ea typeface="Garet Bold"/>
                <a:cs typeface="Garet Bold"/>
                <a:sym typeface="Garet Bold"/>
              </a:rPr>
              <a:t>visitação</a:t>
            </a:r>
            <a:r>
              <a:rPr lang="en-US" sz="2400" dirty="0">
                <a:solidFill>
                  <a:srgbClr val="000000"/>
                </a:solidFill>
                <a:latin typeface="Garet" panose="020B0604020202020204" charset="0"/>
                <a:ea typeface="Garet Bold"/>
                <a:cs typeface="Garet Bold"/>
                <a:sym typeface="Garet Bold"/>
              </a:rPr>
              <a:t> de </a:t>
            </a:r>
            <a:r>
              <a:rPr lang="en-US" sz="2400" dirty="0" err="1">
                <a:solidFill>
                  <a:srgbClr val="000000"/>
                </a:solidFill>
                <a:latin typeface="Garet" panose="020B0604020202020204" charset="0"/>
                <a:ea typeface="Garet Bold"/>
                <a:cs typeface="Garet Bold"/>
                <a:sym typeface="Garet Bold"/>
              </a:rPr>
              <a:t>turmas</a:t>
            </a:r>
            <a:r>
              <a:rPr lang="en-US" sz="2400" dirty="0">
                <a:solidFill>
                  <a:srgbClr val="000000"/>
                </a:solidFill>
                <a:latin typeface="Garet" panose="020B0604020202020204" charset="0"/>
                <a:ea typeface="Garet Bold"/>
                <a:cs typeface="Garet Bold"/>
                <a:sym typeface="Garet Bold"/>
              </a:rPr>
              <a:t> </a:t>
            </a:r>
            <a:r>
              <a:rPr lang="en-US" sz="2400" dirty="0" err="1">
                <a:solidFill>
                  <a:srgbClr val="000000"/>
                </a:solidFill>
                <a:latin typeface="Garet" panose="020B0604020202020204" charset="0"/>
                <a:ea typeface="Garet Bold"/>
                <a:cs typeface="Garet Bold"/>
                <a:sym typeface="Garet Bold"/>
              </a:rPr>
              <a:t>na</a:t>
            </a:r>
            <a:r>
              <a:rPr lang="en-US" sz="2400" dirty="0">
                <a:solidFill>
                  <a:srgbClr val="000000"/>
                </a:solidFill>
                <a:latin typeface="Garet" panose="020B0604020202020204" charset="0"/>
                <a:ea typeface="Garet Bold"/>
                <a:cs typeface="Garet Bold"/>
                <a:sym typeface="Garet Bold"/>
              </a:rPr>
              <a:t> </a:t>
            </a:r>
            <a:r>
              <a:rPr lang="en-US" sz="2400" dirty="0" err="1">
                <a:solidFill>
                  <a:srgbClr val="000000"/>
                </a:solidFill>
                <a:latin typeface="Garet" panose="020B0604020202020204" charset="0"/>
                <a:ea typeface="Garet Bold"/>
                <a:cs typeface="Garet Bold"/>
                <a:sym typeface="Garet Bold"/>
              </a:rPr>
              <a:t>exposição</a:t>
            </a:r>
            <a:endParaRPr lang="en-US" sz="2400" dirty="0">
              <a:solidFill>
                <a:srgbClr val="000000"/>
              </a:solidFill>
              <a:latin typeface="Garet" panose="020B0604020202020204" charset="0"/>
              <a:ea typeface="Garet Bold"/>
              <a:cs typeface="Garet Bold"/>
            </a:endParaRPr>
          </a:p>
        </p:txBody>
      </p:sp>
      <p:sp>
        <p:nvSpPr>
          <p:cNvPr id="5" name="TextBox 27">
            <a:extLst>
              <a:ext uri="{FF2B5EF4-FFF2-40B4-BE49-F238E27FC236}">
                <a16:creationId xmlns:a16="http://schemas.microsoft.com/office/drawing/2014/main" id="{31328983-4961-5554-745E-BE3B4F610424}"/>
              </a:ext>
            </a:extLst>
          </p:cNvPr>
          <p:cNvSpPr txBox="1"/>
          <p:nvPr/>
        </p:nvSpPr>
        <p:spPr>
          <a:xfrm>
            <a:off x="6882308" y="3780647"/>
            <a:ext cx="4510560" cy="1438855"/>
          </a:xfrm>
          <a:prstGeom prst="rect">
            <a:avLst/>
          </a:prstGeom>
        </p:spPr>
        <p:txBody>
          <a:bodyPr wrap="square" lIns="0" tIns="0" rIns="0" bIns="0" rtlCol="0" anchor="t">
            <a:spAutoFit/>
          </a:bodyPr>
          <a:lstStyle/>
          <a:p>
            <a:pPr algn="ctr">
              <a:lnSpc>
                <a:spcPts val="2794"/>
              </a:lnSpc>
            </a:pPr>
            <a:r>
              <a:rPr lang="en-US" sz="2400" b="1" dirty="0">
                <a:solidFill>
                  <a:srgbClr val="000000"/>
                </a:solidFill>
                <a:latin typeface="Garet Bold" panose="020B0604020202020204" charset="0"/>
                <a:ea typeface="Garet Bold"/>
                <a:cs typeface="Garet Bold"/>
                <a:sym typeface="Garet Bold"/>
              </a:rPr>
              <a:t>Secretaria Municipal de </a:t>
            </a:r>
            <a:r>
              <a:rPr lang="en-US" sz="2400" b="1" dirty="0" err="1">
                <a:solidFill>
                  <a:srgbClr val="000000"/>
                </a:solidFill>
                <a:latin typeface="Garet Bold" panose="020B0604020202020204" charset="0"/>
                <a:ea typeface="Garet Bold"/>
                <a:cs typeface="Garet Bold"/>
                <a:sym typeface="Garet Bold"/>
              </a:rPr>
              <a:t>Educação</a:t>
            </a:r>
            <a:r>
              <a:rPr lang="en-US" sz="2400" b="1" dirty="0">
                <a:solidFill>
                  <a:srgbClr val="000000"/>
                </a:solidFill>
                <a:latin typeface="Garet Bold" panose="020B0604020202020204" charset="0"/>
                <a:ea typeface="Garet Bold"/>
                <a:cs typeface="Garet Bold"/>
                <a:sym typeface="Garet Bold"/>
              </a:rPr>
              <a:t> </a:t>
            </a:r>
            <a:endParaRPr lang="pt-BR" sz="2400" dirty="0">
              <a:latin typeface="Garet Bold" panose="020B0604020202020204" charset="0"/>
            </a:endParaRPr>
          </a:p>
          <a:p>
            <a:pPr algn="ctr">
              <a:lnSpc>
                <a:spcPts val="2794"/>
              </a:lnSpc>
            </a:pPr>
            <a:r>
              <a:rPr lang="en-US" sz="2400" dirty="0" err="1">
                <a:solidFill>
                  <a:srgbClr val="000000"/>
                </a:solidFill>
                <a:latin typeface="Garet" panose="020B0604020202020204" charset="0"/>
                <a:ea typeface="Garet Bold"/>
                <a:cs typeface="Garet Bold"/>
                <a:sym typeface="Garet Bold"/>
              </a:rPr>
              <a:t>Oferecimento</a:t>
            </a:r>
            <a:r>
              <a:rPr lang="en-US" sz="2400" dirty="0">
                <a:solidFill>
                  <a:srgbClr val="000000"/>
                </a:solidFill>
                <a:latin typeface="Garet" panose="020B0604020202020204" charset="0"/>
                <a:ea typeface="Garet Bold"/>
                <a:cs typeface="Garet Bold"/>
                <a:sym typeface="Garet Bold"/>
              </a:rPr>
              <a:t> de </a:t>
            </a:r>
            <a:r>
              <a:rPr lang="en-US" sz="2400" dirty="0" err="1">
                <a:solidFill>
                  <a:srgbClr val="000000"/>
                </a:solidFill>
                <a:latin typeface="Garet" panose="020B0604020202020204" charset="0"/>
                <a:ea typeface="Garet Bold"/>
                <a:cs typeface="Garet Bold"/>
                <a:sym typeface="Garet Bold"/>
              </a:rPr>
              <a:t>ônibus</a:t>
            </a:r>
            <a:r>
              <a:rPr lang="en-US" sz="2400" dirty="0">
                <a:solidFill>
                  <a:srgbClr val="000000"/>
                </a:solidFill>
                <a:latin typeface="Garet" panose="020B0604020202020204" charset="0"/>
                <a:ea typeface="Garet Bold"/>
                <a:cs typeface="Garet Bold"/>
                <a:sym typeface="Garet Bold"/>
              </a:rPr>
              <a:t> para </a:t>
            </a:r>
            <a:r>
              <a:rPr lang="en-US" sz="2400" dirty="0" err="1">
                <a:solidFill>
                  <a:srgbClr val="000000"/>
                </a:solidFill>
                <a:latin typeface="Garet" panose="020B0604020202020204" charset="0"/>
                <a:ea typeface="Garet Bold"/>
                <a:cs typeface="Garet Bold"/>
                <a:sym typeface="Garet Bold"/>
              </a:rPr>
              <a:t>visitação</a:t>
            </a:r>
            <a:r>
              <a:rPr lang="en-US" sz="2400" dirty="0">
                <a:solidFill>
                  <a:srgbClr val="000000"/>
                </a:solidFill>
                <a:latin typeface="Garet" panose="020B0604020202020204" charset="0"/>
                <a:ea typeface="Garet Bold"/>
                <a:cs typeface="Garet Bold"/>
                <a:sym typeface="Garet Bold"/>
              </a:rPr>
              <a:t> de </a:t>
            </a:r>
            <a:r>
              <a:rPr lang="en-US" sz="2400" dirty="0" err="1">
                <a:solidFill>
                  <a:srgbClr val="000000"/>
                </a:solidFill>
                <a:latin typeface="Garet" panose="020B0604020202020204" charset="0"/>
                <a:ea typeface="Garet Bold"/>
                <a:cs typeface="Garet Bold"/>
                <a:sym typeface="Garet Bold"/>
              </a:rPr>
              <a:t>escolares</a:t>
            </a:r>
            <a:endParaRPr lang="en-US" sz="2400" dirty="0">
              <a:solidFill>
                <a:srgbClr val="000000"/>
              </a:solidFill>
              <a:latin typeface="Garet" panose="020B0604020202020204" charset="0"/>
              <a:ea typeface="Garet Bold"/>
              <a:cs typeface="Garet Bold"/>
            </a:endParaRPr>
          </a:p>
        </p:txBody>
      </p:sp>
      <p:sp>
        <p:nvSpPr>
          <p:cNvPr id="6" name="TextBox 27">
            <a:extLst>
              <a:ext uri="{FF2B5EF4-FFF2-40B4-BE49-F238E27FC236}">
                <a16:creationId xmlns:a16="http://schemas.microsoft.com/office/drawing/2014/main" id="{909F154B-D5F8-F934-CE03-762B8E29D670}"/>
              </a:ext>
            </a:extLst>
          </p:cNvPr>
          <p:cNvSpPr txBox="1"/>
          <p:nvPr/>
        </p:nvSpPr>
        <p:spPr>
          <a:xfrm>
            <a:off x="10455123" y="6810165"/>
            <a:ext cx="4114584" cy="1079783"/>
          </a:xfrm>
          <a:prstGeom prst="rect">
            <a:avLst/>
          </a:prstGeom>
        </p:spPr>
        <p:txBody>
          <a:bodyPr lIns="0" tIns="0" rIns="0" bIns="0" rtlCol="0" anchor="t">
            <a:spAutoFit/>
          </a:bodyPr>
          <a:lstStyle/>
          <a:p>
            <a:pPr algn="ctr">
              <a:lnSpc>
                <a:spcPts val="2794"/>
              </a:lnSpc>
            </a:pPr>
            <a:r>
              <a:rPr lang="en-US" sz="2400" b="1" dirty="0" err="1">
                <a:solidFill>
                  <a:srgbClr val="000000"/>
                </a:solidFill>
                <a:latin typeface="Garet Bold" panose="020B0604020202020204" charset="0"/>
                <a:ea typeface="Garet Bold"/>
                <a:cs typeface="Garet Bold"/>
                <a:sym typeface="Garet Bold"/>
              </a:rPr>
              <a:t>Projeto</a:t>
            </a:r>
            <a:r>
              <a:rPr lang="en-US" sz="2400" b="1" dirty="0">
                <a:solidFill>
                  <a:srgbClr val="000000"/>
                </a:solidFill>
                <a:latin typeface="Garet Bold" panose="020B0604020202020204" charset="0"/>
                <a:ea typeface="Garet Bold"/>
                <a:cs typeface="Garet Bold"/>
                <a:sym typeface="Garet Bold"/>
              </a:rPr>
              <a:t> Guri</a:t>
            </a:r>
          </a:p>
          <a:p>
            <a:pPr algn="ctr">
              <a:lnSpc>
                <a:spcPts val="2794"/>
              </a:lnSpc>
            </a:pPr>
            <a:r>
              <a:rPr lang="en-US" sz="2400" dirty="0" err="1">
                <a:solidFill>
                  <a:srgbClr val="000000"/>
                </a:solidFill>
                <a:latin typeface="Garet" panose="020B0604020202020204" charset="0"/>
                <a:ea typeface="Garet Bold"/>
                <a:cs typeface="Garet Bold"/>
                <a:sym typeface="Garet Bold"/>
              </a:rPr>
              <a:t>Atendimento</a:t>
            </a:r>
            <a:r>
              <a:rPr lang="en-US" sz="2400" dirty="0">
                <a:solidFill>
                  <a:srgbClr val="000000"/>
                </a:solidFill>
                <a:latin typeface="Garet" panose="020B0604020202020204" charset="0"/>
                <a:ea typeface="Garet Bold"/>
                <a:cs typeface="Garet Bold"/>
                <a:sym typeface="Garet Bold"/>
              </a:rPr>
              <a:t> de 180 </a:t>
            </a:r>
            <a:r>
              <a:rPr lang="en-US" sz="2400" dirty="0" err="1">
                <a:solidFill>
                  <a:srgbClr val="000000"/>
                </a:solidFill>
                <a:latin typeface="Garet" panose="020B0604020202020204" charset="0"/>
                <a:ea typeface="Garet Bold"/>
                <a:cs typeface="Garet Bold"/>
                <a:sym typeface="Garet Bold"/>
              </a:rPr>
              <a:t>crianças</a:t>
            </a:r>
            <a:r>
              <a:rPr lang="en-US" sz="2400" dirty="0">
                <a:solidFill>
                  <a:srgbClr val="000000"/>
                </a:solidFill>
                <a:latin typeface="Garet" panose="020B0604020202020204" charset="0"/>
                <a:ea typeface="Garet Bold"/>
                <a:cs typeface="Garet Bold"/>
                <a:sym typeface="Garet Bold"/>
              </a:rPr>
              <a:t> do </a:t>
            </a:r>
            <a:r>
              <a:rPr lang="en-US" sz="2400" dirty="0" err="1">
                <a:solidFill>
                  <a:srgbClr val="000000"/>
                </a:solidFill>
                <a:latin typeface="Garet" panose="020B0604020202020204" charset="0"/>
                <a:ea typeface="Garet Bold"/>
                <a:cs typeface="Garet Bold"/>
                <a:sym typeface="Garet Bold"/>
              </a:rPr>
              <a:t>programa</a:t>
            </a:r>
            <a:endParaRPr lang="en-US" sz="2400" dirty="0">
              <a:solidFill>
                <a:srgbClr val="000000"/>
              </a:solidFill>
              <a:latin typeface="Garet" panose="020B0604020202020204" charset="0"/>
              <a:ea typeface="Garet Bold"/>
              <a:cs typeface="Garet Bold"/>
              <a:sym typeface="Garet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6378A-EAC4-8AEB-EDA8-925CE16AA0A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A473A619-A185-7E13-FFE9-28DA349F71B9}"/>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4FF2528C-549B-D853-2A77-2C0445ED0DA1}"/>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FFCC4CE1-9A99-AC19-04E4-B1FCEF0982B2}"/>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sp>
        <p:nvSpPr>
          <p:cNvPr id="8" name="TextBox 8">
            <a:extLst>
              <a:ext uri="{FF2B5EF4-FFF2-40B4-BE49-F238E27FC236}">
                <a16:creationId xmlns:a16="http://schemas.microsoft.com/office/drawing/2014/main" id="{46C10996-7FAA-895F-B17C-D5DB05AAF094}"/>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11/16</a:t>
            </a:r>
          </a:p>
        </p:txBody>
      </p:sp>
      <p:pic>
        <p:nvPicPr>
          <p:cNvPr id="18" name="Imagem 17" descr="Grupo de pessoas posando para foto com criança no colo&#10;&#10;O conteúdo gerado por IA pode estar incorreto.">
            <a:extLst>
              <a:ext uri="{FF2B5EF4-FFF2-40B4-BE49-F238E27FC236}">
                <a16:creationId xmlns:a16="http://schemas.microsoft.com/office/drawing/2014/main" id="{C9FAE063-1AB4-DF75-74DB-8B2DAB119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952499"/>
            <a:ext cx="9528733" cy="7146550"/>
          </a:xfrm>
          <a:prstGeom prst="rect">
            <a:avLst/>
          </a:prstGeom>
        </p:spPr>
      </p:pic>
      <p:sp>
        <p:nvSpPr>
          <p:cNvPr id="5" name="CaixaDeTexto 4">
            <a:extLst>
              <a:ext uri="{FF2B5EF4-FFF2-40B4-BE49-F238E27FC236}">
                <a16:creationId xmlns:a16="http://schemas.microsoft.com/office/drawing/2014/main" id="{FA6AAB1D-6FEE-07E3-0395-97D5F5C9B40E}"/>
              </a:ext>
            </a:extLst>
          </p:cNvPr>
          <p:cNvSpPr txBox="1"/>
          <p:nvPr/>
        </p:nvSpPr>
        <p:spPr>
          <a:xfrm>
            <a:off x="10519333" y="8191460"/>
            <a:ext cx="4953000" cy="307777"/>
          </a:xfrm>
          <a:prstGeom prst="rect">
            <a:avLst/>
          </a:prstGeom>
          <a:noFill/>
        </p:spPr>
        <p:txBody>
          <a:bodyPr wrap="square" rtlCol="0">
            <a:spAutoFit/>
          </a:bodyPr>
          <a:lstStyle/>
          <a:p>
            <a:pPr algn="r"/>
            <a:r>
              <a:rPr lang="pt-BR" sz="1400" dirty="0"/>
              <a:t>legenda: descritivo da foto + nome do fotógrafo</a:t>
            </a:r>
          </a:p>
        </p:txBody>
      </p:sp>
    </p:spTree>
    <p:extLst>
      <p:ext uri="{BB962C8B-B14F-4D97-AF65-F5344CB8AC3E}">
        <p14:creationId xmlns:p14="http://schemas.microsoft.com/office/powerpoint/2010/main" val="324444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8A35FE-BE79-76FA-B59D-C338340490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B6701DC7-DF15-38C6-06BF-63EA819EE8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85499EDC-E752-8A1F-9CFD-86AD814CB5CD}"/>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BAFB028F-DD5B-A5DB-2613-C9D9135DB747}"/>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sp>
        <p:nvSpPr>
          <p:cNvPr id="8" name="TextBox 8">
            <a:extLst>
              <a:ext uri="{FF2B5EF4-FFF2-40B4-BE49-F238E27FC236}">
                <a16:creationId xmlns:a16="http://schemas.microsoft.com/office/drawing/2014/main" id="{327A7C11-4F39-73FB-66EA-844A89576212}"/>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12/16</a:t>
            </a:r>
          </a:p>
        </p:txBody>
      </p:sp>
      <p:pic>
        <p:nvPicPr>
          <p:cNvPr id="9" name="Imagem 8" descr="Grupo de pessoas em um salão&#10;&#10;O conteúdo gerado por IA pode estar incorreto.">
            <a:extLst>
              <a:ext uri="{FF2B5EF4-FFF2-40B4-BE49-F238E27FC236}">
                <a16:creationId xmlns:a16="http://schemas.microsoft.com/office/drawing/2014/main" id="{659279C7-0E2B-D589-81E7-786135844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5599" y="933369"/>
            <a:ext cx="5700138" cy="7125595"/>
          </a:xfrm>
          <a:prstGeom prst="rect">
            <a:avLst/>
          </a:prstGeom>
        </p:spPr>
      </p:pic>
      <p:pic>
        <p:nvPicPr>
          <p:cNvPr id="12" name="Imagem 11" descr="Multidão de pessoas&#10;&#10;O conteúdo gerado por IA pode estar incorreto.">
            <a:extLst>
              <a:ext uri="{FF2B5EF4-FFF2-40B4-BE49-F238E27FC236}">
                <a16:creationId xmlns:a16="http://schemas.microsoft.com/office/drawing/2014/main" id="{E7A2FF87-62CE-54C4-FACB-B71BEFBFBA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2166" y="952499"/>
            <a:ext cx="5700138" cy="7125595"/>
          </a:xfrm>
          <a:prstGeom prst="rect">
            <a:avLst/>
          </a:prstGeom>
        </p:spPr>
      </p:pic>
      <p:sp>
        <p:nvSpPr>
          <p:cNvPr id="5" name="CaixaDeTexto 4">
            <a:extLst>
              <a:ext uri="{FF2B5EF4-FFF2-40B4-BE49-F238E27FC236}">
                <a16:creationId xmlns:a16="http://schemas.microsoft.com/office/drawing/2014/main" id="{80835AE9-549D-A724-999C-D818F04F5E18}"/>
              </a:ext>
            </a:extLst>
          </p:cNvPr>
          <p:cNvSpPr txBox="1"/>
          <p:nvPr/>
        </p:nvSpPr>
        <p:spPr>
          <a:xfrm>
            <a:off x="10519333" y="8191460"/>
            <a:ext cx="4953000" cy="307777"/>
          </a:xfrm>
          <a:prstGeom prst="rect">
            <a:avLst/>
          </a:prstGeom>
          <a:noFill/>
        </p:spPr>
        <p:txBody>
          <a:bodyPr wrap="square" rtlCol="0">
            <a:spAutoFit/>
          </a:bodyPr>
          <a:lstStyle/>
          <a:p>
            <a:pPr algn="r"/>
            <a:r>
              <a:rPr lang="pt-BR" sz="1400" dirty="0"/>
              <a:t>legenda: descritivo da foto + nome do fotógrafo</a:t>
            </a:r>
          </a:p>
        </p:txBody>
      </p:sp>
    </p:spTree>
    <p:extLst>
      <p:ext uri="{BB962C8B-B14F-4D97-AF65-F5344CB8AC3E}">
        <p14:creationId xmlns:p14="http://schemas.microsoft.com/office/powerpoint/2010/main" val="331806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4BF215-012C-0BB6-7FA7-34B16A29D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F8736DF3-8994-D83D-8F8B-AF08375CB210}"/>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27C2E4A0-364C-8305-CAA4-B3CF496D42E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10EFF2F3-EC3D-B0B2-4235-175D4F8E8FA0}"/>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sp>
        <p:nvSpPr>
          <p:cNvPr id="8" name="TextBox 8">
            <a:extLst>
              <a:ext uri="{FF2B5EF4-FFF2-40B4-BE49-F238E27FC236}">
                <a16:creationId xmlns:a16="http://schemas.microsoft.com/office/drawing/2014/main" id="{64AED875-AF15-E551-4290-A820DC97E87A}"/>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13/16</a:t>
            </a:r>
          </a:p>
        </p:txBody>
      </p:sp>
      <p:pic>
        <p:nvPicPr>
          <p:cNvPr id="6" name="Imagem 5" descr="Grupo de pessoas em pé&#10;&#10;O conteúdo gerado por IA pode estar incorreto.">
            <a:extLst>
              <a:ext uri="{FF2B5EF4-FFF2-40B4-BE49-F238E27FC236}">
                <a16:creationId xmlns:a16="http://schemas.microsoft.com/office/drawing/2014/main" id="{FDF27A43-95D0-64BB-1227-76110BF61EEA}"/>
              </a:ext>
            </a:extLst>
          </p:cNvPr>
          <p:cNvPicPr>
            <a:picLocks noChangeAspect="1"/>
          </p:cNvPicPr>
          <p:nvPr/>
        </p:nvPicPr>
        <p:blipFill>
          <a:blip r:embed="rId3">
            <a:extLst>
              <a:ext uri="{28A0092B-C50C-407E-A947-70E740481C1C}">
                <a14:useLocalDpi xmlns:a14="http://schemas.microsoft.com/office/drawing/2010/main" val="0"/>
              </a:ext>
            </a:extLst>
          </a:blip>
          <a:srcRect l="6755" t="30106" r="16263" b="13489"/>
          <a:stretch>
            <a:fillRect/>
          </a:stretch>
        </p:blipFill>
        <p:spPr>
          <a:xfrm>
            <a:off x="5261064" y="419100"/>
            <a:ext cx="9589690" cy="3962401"/>
          </a:xfrm>
          <a:prstGeom prst="rect">
            <a:avLst/>
          </a:prstGeom>
        </p:spPr>
      </p:pic>
      <p:pic>
        <p:nvPicPr>
          <p:cNvPr id="12" name="Imagem 11" descr="Grupo de pessoas em pé na frente de um prédio&#10;&#10;O conteúdo gerado por IA pode estar incorreto.">
            <a:extLst>
              <a:ext uri="{FF2B5EF4-FFF2-40B4-BE49-F238E27FC236}">
                <a16:creationId xmlns:a16="http://schemas.microsoft.com/office/drawing/2014/main" id="{AA1AC84F-E9FC-6957-1EA7-C05D57814344}"/>
              </a:ext>
            </a:extLst>
          </p:cNvPr>
          <p:cNvPicPr>
            <a:picLocks noChangeAspect="1"/>
          </p:cNvPicPr>
          <p:nvPr/>
        </p:nvPicPr>
        <p:blipFill>
          <a:blip r:embed="rId4">
            <a:extLst>
              <a:ext uri="{28A0092B-C50C-407E-A947-70E740481C1C}">
                <a14:useLocalDpi xmlns:a14="http://schemas.microsoft.com/office/drawing/2010/main" val="0"/>
              </a:ext>
            </a:extLst>
          </a:blip>
          <a:srcRect l="13609" t="29576" r="13657" b="19015"/>
          <a:stretch>
            <a:fillRect/>
          </a:stretch>
        </p:blipFill>
        <p:spPr>
          <a:xfrm>
            <a:off x="5261064" y="4533900"/>
            <a:ext cx="9589690" cy="3822349"/>
          </a:xfrm>
          <a:prstGeom prst="rect">
            <a:avLst/>
          </a:prstGeom>
        </p:spPr>
      </p:pic>
      <p:sp>
        <p:nvSpPr>
          <p:cNvPr id="5" name="CaixaDeTexto 4">
            <a:extLst>
              <a:ext uri="{FF2B5EF4-FFF2-40B4-BE49-F238E27FC236}">
                <a16:creationId xmlns:a16="http://schemas.microsoft.com/office/drawing/2014/main" id="{725E7909-F004-D570-D4FF-3DB39C919F2A}"/>
              </a:ext>
            </a:extLst>
          </p:cNvPr>
          <p:cNvSpPr txBox="1"/>
          <p:nvPr/>
        </p:nvSpPr>
        <p:spPr>
          <a:xfrm>
            <a:off x="9897754" y="8496300"/>
            <a:ext cx="4953000" cy="307777"/>
          </a:xfrm>
          <a:prstGeom prst="rect">
            <a:avLst/>
          </a:prstGeom>
          <a:noFill/>
        </p:spPr>
        <p:txBody>
          <a:bodyPr wrap="square" rtlCol="0">
            <a:spAutoFit/>
          </a:bodyPr>
          <a:lstStyle/>
          <a:p>
            <a:pPr algn="r"/>
            <a:r>
              <a:rPr lang="pt-BR" sz="1400" dirty="0"/>
              <a:t>legenda: descritivo da foto + nome do fotógrafo</a:t>
            </a:r>
          </a:p>
        </p:txBody>
      </p:sp>
    </p:spTree>
    <p:extLst>
      <p:ext uri="{BB962C8B-B14F-4D97-AF65-F5344CB8AC3E}">
        <p14:creationId xmlns:p14="http://schemas.microsoft.com/office/powerpoint/2010/main" val="1557655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2B2C8-D8D1-92DF-CA1E-957FC0731C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2034F1-8AC5-174A-C75E-6376BB658A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0DEB7203-752B-6661-58B2-43BAAC4D3E4E}"/>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743717D7-D385-528B-A43C-8FE6A9D441F0}"/>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E6A27B3E-BB47-740B-9B96-7EC6624BFB58}"/>
              </a:ext>
            </a:extLst>
          </p:cNvPr>
          <p:cNvSpPr txBox="1"/>
          <p:nvPr/>
        </p:nvSpPr>
        <p:spPr>
          <a:xfrm>
            <a:off x="1167164" y="1455989"/>
            <a:ext cx="11468100" cy="700448"/>
          </a:xfrm>
          <a:prstGeom prst="rect">
            <a:avLst/>
          </a:prstGeom>
        </p:spPr>
        <p:txBody>
          <a:bodyPr wrap="square" lIns="0" tIns="0" rIns="0" bIns="0" rtlCol="0" anchor="t">
            <a:spAutoFit/>
          </a:bodyPr>
          <a:lstStyle/>
          <a:p>
            <a:pPr algn="l">
              <a:lnSpc>
                <a:spcPts val="5808"/>
              </a:lnSpc>
            </a:pPr>
            <a:r>
              <a:rPr lang="en-US" sz="4000" spc="-458" dirty="0">
                <a:solidFill>
                  <a:srgbClr val="000000"/>
                </a:solidFill>
                <a:latin typeface="Archivo Black"/>
                <a:ea typeface="Archivo Black"/>
                <a:cs typeface="Archivo Black"/>
                <a:sym typeface="Archivo Black"/>
              </a:rPr>
              <a:t>a </a:t>
            </a:r>
            <a:r>
              <a:rPr lang="en-US" sz="4000" spc="-458" dirty="0" err="1">
                <a:solidFill>
                  <a:srgbClr val="000000"/>
                </a:solidFill>
                <a:latin typeface="Archivo Black"/>
                <a:ea typeface="Archivo Black"/>
                <a:cs typeface="Archivo Black"/>
                <a:sym typeface="Archivo Black"/>
              </a:rPr>
              <a:t>história</a:t>
            </a:r>
            <a:r>
              <a:rPr lang="en-US" sz="4000" spc="-458" dirty="0">
                <a:solidFill>
                  <a:srgbClr val="000000"/>
                </a:solidFill>
                <a:latin typeface="Archivo Black"/>
                <a:ea typeface="Archivo Black"/>
                <a:cs typeface="Archivo Black"/>
                <a:sym typeface="Archivo Black"/>
              </a:rPr>
              <a:t> segue </a:t>
            </a:r>
            <a:r>
              <a:rPr lang="en-US" sz="4000" spc="-458" dirty="0" err="1">
                <a:solidFill>
                  <a:srgbClr val="000000"/>
                </a:solidFill>
                <a:latin typeface="Archivo Black"/>
                <a:ea typeface="Archivo Black"/>
                <a:cs typeface="Archivo Black"/>
                <a:sym typeface="Archivo Black"/>
              </a:rPr>
              <a:t>sendo</a:t>
            </a:r>
            <a:r>
              <a:rPr lang="en-US" sz="4000" spc="-458" dirty="0">
                <a:solidFill>
                  <a:srgbClr val="000000"/>
                </a:solidFill>
                <a:latin typeface="Archivo Black"/>
                <a:ea typeface="Archivo Black"/>
                <a:cs typeface="Archivo Black"/>
                <a:sym typeface="Archivo Black"/>
              </a:rPr>
              <a:t> </a:t>
            </a:r>
            <a:r>
              <a:rPr lang="en-US" sz="4000" spc="-458" dirty="0" err="1">
                <a:solidFill>
                  <a:srgbClr val="000000"/>
                </a:solidFill>
                <a:latin typeface="Archivo Black"/>
                <a:ea typeface="Archivo Black"/>
                <a:cs typeface="Archivo Black"/>
                <a:sym typeface="Archivo Black"/>
              </a:rPr>
              <a:t>contada</a:t>
            </a:r>
            <a:endParaRPr lang="en-US" sz="4000" spc="-458" dirty="0">
              <a:solidFill>
                <a:srgbClr val="000000"/>
              </a:solidFill>
              <a:latin typeface="Archivo Black"/>
              <a:ea typeface="Archivo Black"/>
              <a:cs typeface="Archivo Black"/>
              <a:sym typeface="Archivo Black"/>
            </a:endParaRPr>
          </a:p>
        </p:txBody>
      </p:sp>
      <p:sp>
        <p:nvSpPr>
          <p:cNvPr id="8" name="TextBox 8">
            <a:extLst>
              <a:ext uri="{FF2B5EF4-FFF2-40B4-BE49-F238E27FC236}">
                <a16:creationId xmlns:a16="http://schemas.microsoft.com/office/drawing/2014/main" id="{49428AAF-8FC8-0478-50EA-423511556C2F}"/>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14/16</a:t>
            </a:r>
          </a:p>
        </p:txBody>
      </p:sp>
      <p:pic>
        <p:nvPicPr>
          <p:cNvPr id="9" name="Imagem 8" descr="Uma imagem contendo rocha, pedra, água&#10;&#10;O conteúdo gerado por IA pode estar incorreto.">
            <a:extLst>
              <a:ext uri="{FF2B5EF4-FFF2-40B4-BE49-F238E27FC236}">
                <a16:creationId xmlns:a16="http://schemas.microsoft.com/office/drawing/2014/main" id="{318C023D-0050-0104-0CEB-47CDEE1F8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9733" y="678660"/>
            <a:ext cx="5897159" cy="7862879"/>
          </a:xfrm>
          <a:prstGeom prst="rect">
            <a:avLst/>
          </a:prstGeom>
        </p:spPr>
      </p:pic>
      <p:sp>
        <p:nvSpPr>
          <p:cNvPr id="10" name="CaixaDeTexto 9">
            <a:extLst>
              <a:ext uri="{FF2B5EF4-FFF2-40B4-BE49-F238E27FC236}">
                <a16:creationId xmlns:a16="http://schemas.microsoft.com/office/drawing/2014/main" id="{736E8C9B-5484-BA14-1296-D8001BBCBF97}"/>
              </a:ext>
            </a:extLst>
          </p:cNvPr>
          <p:cNvSpPr txBox="1"/>
          <p:nvPr/>
        </p:nvSpPr>
        <p:spPr>
          <a:xfrm>
            <a:off x="1135080" y="2085383"/>
            <a:ext cx="8496300" cy="6740307"/>
          </a:xfrm>
          <a:prstGeom prst="rect">
            <a:avLst/>
          </a:prstGeom>
          <a:noFill/>
        </p:spPr>
        <p:txBody>
          <a:bodyPr wrap="square" rtlCol="0">
            <a:spAutoFit/>
          </a:bodyPr>
          <a:lstStyle/>
          <a:p>
            <a:endParaRPr lang="pt-BR" dirty="0"/>
          </a:p>
          <a:p>
            <a:r>
              <a:rPr lang="pt-BR" sz="2400" dirty="0">
                <a:latin typeface="Garet" panose="020B0604020202020204" charset="0"/>
              </a:rPr>
              <a:t>No último encontro com a equipe educativa, Célia compartilhou que, após a exposição, uma pessoa a procurou ao conhecer o trabalho e a pesquisa da artista por meio das redes sociais do Sesc Rio Preto. Essa pessoa relatou a existência de pinturas rupestres possivelmente relacionadas à vestimenta sagrada dos Encantados, o Manto Tupinambá, localizadas nos arredores do município de Xique-Xique, na Bahia. </a:t>
            </a:r>
          </a:p>
          <a:p>
            <a:endParaRPr lang="pt-BR" sz="2400" dirty="0">
              <a:latin typeface="Garet" panose="020B0604020202020204" charset="0"/>
            </a:endParaRPr>
          </a:p>
          <a:p>
            <a:r>
              <a:rPr lang="pt-BR" sz="2400" dirty="0">
                <a:latin typeface="Garet" panose="020B0604020202020204" charset="0"/>
              </a:rPr>
              <a:t>A partir desse registro, um novo nó se entrelaça a esse fio secular, entrelaçando memória e ancestralidade em uma tecitura sagrada que nos tenciona a reflexão de que o único caminho possível é o retorno.</a:t>
            </a:r>
          </a:p>
          <a:p>
            <a:br>
              <a:rPr lang="pt-BR" dirty="0"/>
            </a:br>
            <a:br>
              <a:rPr lang="pt-BR" dirty="0"/>
            </a:br>
            <a:endParaRPr lang="pt-BR" dirty="0"/>
          </a:p>
        </p:txBody>
      </p:sp>
      <p:sp>
        <p:nvSpPr>
          <p:cNvPr id="5" name="Espaço Reservado para Número de Slide 4">
            <a:extLst>
              <a:ext uri="{FF2B5EF4-FFF2-40B4-BE49-F238E27FC236}">
                <a16:creationId xmlns:a16="http://schemas.microsoft.com/office/drawing/2014/main" id="{421FA8D5-4D6B-7181-7B58-420EC9F0E032}"/>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CaixaDeTexto 5">
            <a:extLst>
              <a:ext uri="{FF2B5EF4-FFF2-40B4-BE49-F238E27FC236}">
                <a16:creationId xmlns:a16="http://schemas.microsoft.com/office/drawing/2014/main" id="{22DF92E3-368C-D716-79C1-D9BDACF1AEC3}"/>
              </a:ext>
            </a:extLst>
          </p:cNvPr>
          <p:cNvSpPr txBox="1"/>
          <p:nvPr/>
        </p:nvSpPr>
        <p:spPr>
          <a:xfrm>
            <a:off x="11183892" y="8497398"/>
            <a:ext cx="4953000" cy="307777"/>
          </a:xfrm>
          <a:prstGeom prst="rect">
            <a:avLst/>
          </a:prstGeom>
          <a:noFill/>
        </p:spPr>
        <p:txBody>
          <a:bodyPr wrap="square" rtlCol="0">
            <a:spAutoFit/>
          </a:bodyPr>
          <a:lstStyle/>
          <a:p>
            <a:pPr algn="r"/>
            <a:r>
              <a:rPr lang="pt-BR" sz="1400" dirty="0"/>
              <a:t>legenda: descritivo da foto + nome do fotógrafo</a:t>
            </a:r>
          </a:p>
        </p:txBody>
      </p:sp>
    </p:spTree>
    <p:extLst>
      <p:ext uri="{BB962C8B-B14F-4D97-AF65-F5344CB8AC3E}">
        <p14:creationId xmlns:p14="http://schemas.microsoft.com/office/powerpoint/2010/main" val="1299208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8883-5E3E-6EC0-F421-D25AE086B5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2F307A-CC33-7C8C-7DB1-2017D98FCD24}"/>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B42E7647-4A49-50C4-F1C7-E3338AC96F6C}"/>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702F01D4-DDA4-061A-4DBC-CB00D2833603}"/>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DC9F338A-487C-93FA-5F0D-74DEB71E7BE1}"/>
              </a:ext>
            </a:extLst>
          </p:cNvPr>
          <p:cNvSpPr txBox="1"/>
          <p:nvPr/>
        </p:nvSpPr>
        <p:spPr>
          <a:xfrm>
            <a:off x="441418" y="495300"/>
            <a:ext cx="6111782" cy="7201972"/>
          </a:xfrm>
          <a:prstGeom prst="rect">
            <a:avLst/>
          </a:prstGeom>
        </p:spPr>
        <p:txBody>
          <a:bodyPr wrap="square" lIns="0" tIns="0" rIns="0" bIns="0" rtlCol="0" anchor="t">
            <a:spAutoFit/>
          </a:bodyPr>
          <a:lstStyle/>
          <a:p>
            <a:r>
              <a:rPr lang="pt-BR" b="1" dirty="0"/>
              <a:t>SESC – SERVICO SOCIAL DO COMERCIO</a:t>
            </a:r>
          </a:p>
          <a:p>
            <a:r>
              <a:rPr lang="pt-BR" dirty="0" err="1"/>
              <a:t>Administracao</a:t>
            </a:r>
            <a:r>
              <a:rPr lang="pt-BR" dirty="0"/>
              <a:t> Regional no Estado de </a:t>
            </a:r>
            <a:r>
              <a:rPr lang="pt-BR" dirty="0" err="1"/>
              <a:t>Sao</a:t>
            </a:r>
            <a:r>
              <a:rPr lang="pt-BR" dirty="0"/>
              <a:t> Paulo</a:t>
            </a:r>
          </a:p>
          <a:p>
            <a:r>
              <a:rPr lang="pt-BR" dirty="0" err="1"/>
              <a:t>Mumurikuacawa</a:t>
            </a:r>
            <a:r>
              <a:rPr lang="pt-BR" dirty="0"/>
              <a:t> </a:t>
            </a:r>
            <a:r>
              <a:rPr lang="pt-BR" dirty="0" err="1"/>
              <a:t>Retamawara</a:t>
            </a:r>
            <a:r>
              <a:rPr lang="pt-BR" dirty="0"/>
              <a:t> Cau </a:t>
            </a:r>
            <a:r>
              <a:rPr lang="pt-BR" dirty="0" err="1"/>
              <a:t>Paulu</a:t>
            </a:r>
            <a:r>
              <a:rPr lang="pt-BR" dirty="0"/>
              <a:t> </a:t>
            </a:r>
            <a:r>
              <a:rPr lang="pt-BR" dirty="0" err="1"/>
              <a:t>Mutama</a:t>
            </a:r>
            <a:r>
              <a:rPr lang="pt-BR" dirty="0"/>
              <a:t> upe</a:t>
            </a:r>
          </a:p>
          <a:p>
            <a:r>
              <a:rPr lang="pt-BR" dirty="0"/>
              <a:t>Presidente do Conselho Regional</a:t>
            </a:r>
          </a:p>
          <a:p>
            <a:r>
              <a:rPr lang="pt-BR" dirty="0" err="1"/>
              <a:t>Kũcelhu</a:t>
            </a:r>
            <a:r>
              <a:rPr lang="pt-BR" dirty="0"/>
              <a:t> </a:t>
            </a:r>
            <a:r>
              <a:rPr lang="pt-BR" dirty="0" err="1"/>
              <a:t>Retamawara</a:t>
            </a:r>
            <a:r>
              <a:rPr lang="pt-BR" dirty="0"/>
              <a:t> </a:t>
            </a:r>
            <a:r>
              <a:rPr lang="pt-BR" dirty="0" err="1"/>
              <a:t>Murikuarete</a:t>
            </a:r>
            <a:endParaRPr lang="pt-BR" dirty="0"/>
          </a:p>
          <a:p>
            <a:r>
              <a:rPr lang="pt-BR" dirty="0"/>
              <a:t>Abram Szajman</a:t>
            </a:r>
          </a:p>
          <a:p>
            <a:r>
              <a:rPr lang="pt-BR" dirty="0"/>
              <a:t>Diretor do Departamento Regional</a:t>
            </a:r>
          </a:p>
          <a:p>
            <a:r>
              <a:rPr lang="pt-BR" dirty="0" err="1"/>
              <a:t>Departam</a:t>
            </a:r>
            <a:r>
              <a:rPr lang="pt-BR" b="1" dirty="0" err="1"/>
              <a:t>ẽ</a:t>
            </a:r>
            <a:r>
              <a:rPr lang="pt-BR" dirty="0" err="1"/>
              <a:t>tu</a:t>
            </a:r>
            <a:r>
              <a:rPr lang="pt-BR" dirty="0"/>
              <a:t> </a:t>
            </a:r>
            <a:r>
              <a:rPr lang="pt-BR" dirty="0" err="1"/>
              <a:t>Retamawara</a:t>
            </a:r>
            <a:r>
              <a:rPr lang="pt-BR" dirty="0"/>
              <a:t> </a:t>
            </a:r>
            <a:r>
              <a:rPr lang="pt-BR" dirty="0" err="1"/>
              <a:t>murikuacara</a:t>
            </a:r>
            <a:endParaRPr lang="pt-BR" dirty="0"/>
          </a:p>
          <a:p>
            <a:r>
              <a:rPr lang="pt-BR" dirty="0"/>
              <a:t>Luiz </a:t>
            </a:r>
            <a:r>
              <a:rPr lang="pt-BR" dirty="0" err="1"/>
              <a:t>Deoclecio</a:t>
            </a:r>
            <a:r>
              <a:rPr lang="pt-BR" dirty="0"/>
              <a:t> Massaro Galina</a:t>
            </a:r>
          </a:p>
          <a:p>
            <a:r>
              <a:rPr lang="pt-BR" dirty="0" err="1"/>
              <a:t>Superintendencias</a:t>
            </a:r>
            <a:endParaRPr lang="pt-BR" dirty="0"/>
          </a:p>
          <a:p>
            <a:r>
              <a:rPr lang="pt-BR" dirty="0" err="1"/>
              <a:t>Cuperĩt</a:t>
            </a:r>
            <a:r>
              <a:rPr lang="pt-BR" b="1" dirty="0" err="1"/>
              <a:t>ẽ</a:t>
            </a:r>
            <a:r>
              <a:rPr lang="pt-BR" dirty="0" err="1"/>
              <a:t>d</a:t>
            </a:r>
            <a:r>
              <a:rPr lang="pt-BR" b="1" dirty="0" err="1"/>
              <a:t>ẽ</a:t>
            </a:r>
            <a:r>
              <a:rPr lang="pt-BR" dirty="0" err="1"/>
              <a:t>sia</a:t>
            </a:r>
            <a:endParaRPr lang="pt-BR" dirty="0"/>
          </a:p>
          <a:p>
            <a:r>
              <a:rPr lang="pt-BR" dirty="0" err="1"/>
              <a:t>Tecnico</a:t>
            </a:r>
            <a:r>
              <a:rPr lang="pt-BR" dirty="0"/>
              <a:t>-Social</a:t>
            </a:r>
          </a:p>
          <a:p>
            <a:r>
              <a:rPr lang="pt-BR" dirty="0" err="1"/>
              <a:t>Tekinu-Cusiawa</a:t>
            </a:r>
            <a:endParaRPr lang="pt-BR" dirty="0"/>
          </a:p>
          <a:p>
            <a:r>
              <a:rPr lang="pt-BR" dirty="0"/>
              <a:t>Rosana Paulo da Cunha</a:t>
            </a:r>
          </a:p>
          <a:p>
            <a:r>
              <a:rPr lang="pt-BR" dirty="0" err="1"/>
              <a:t>Comunicacao</a:t>
            </a:r>
            <a:r>
              <a:rPr lang="pt-BR" dirty="0"/>
              <a:t> Social</a:t>
            </a:r>
          </a:p>
          <a:p>
            <a:r>
              <a:rPr lang="pt-BR" dirty="0" err="1"/>
              <a:t>Kumunikacau</a:t>
            </a:r>
            <a:r>
              <a:rPr lang="pt-BR" dirty="0"/>
              <a:t> </a:t>
            </a:r>
            <a:r>
              <a:rPr lang="pt-BR" dirty="0" err="1"/>
              <a:t>Cusiawa</a:t>
            </a:r>
            <a:endParaRPr lang="pt-BR" dirty="0"/>
          </a:p>
          <a:p>
            <a:r>
              <a:rPr lang="pt-BR" dirty="0"/>
              <a:t>Ricardo Gentil</a:t>
            </a:r>
          </a:p>
          <a:p>
            <a:r>
              <a:rPr lang="pt-BR" dirty="0" err="1"/>
              <a:t>Administracao</a:t>
            </a:r>
            <a:endParaRPr lang="pt-BR" dirty="0"/>
          </a:p>
          <a:p>
            <a:r>
              <a:rPr lang="pt-BR" dirty="0" err="1"/>
              <a:t>Murikuacawa</a:t>
            </a:r>
            <a:endParaRPr lang="pt-BR" dirty="0"/>
          </a:p>
          <a:p>
            <a:r>
              <a:rPr lang="pt-BR" dirty="0"/>
              <a:t>Jackson Andrade de Matos</a:t>
            </a:r>
          </a:p>
          <a:p>
            <a:r>
              <a:rPr lang="pt-BR" dirty="0"/>
              <a:t>Assessoria Tecnica e de Planejamento</a:t>
            </a:r>
          </a:p>
          <a:p>
            <a:r>
              <a:rPr lang="pt-BR" dirty="0" err="1"/>
              <a:t>Acecuria</a:t>
            </a:r>
            <a:r>
              <a:rPr lang="pt-BR" dirty="0"/>
              <a:t> </a:t>
            </a:r>
            <a:r>
              <a:rPr lang="pt-BR" dirty="0" err="1"/>
              <a:t>tekinu</a:t>
            </a:r>
            <a:r>
              <a:rPr lang="pt-BR" dirty="0"/>
              <a:t> </a:t>
            </a:r>
            <a:r>
              <a:rPr lang="pt-BR" dirty="0" err="1"/>
              <a:t>acui</a:t>
            </a:r>
            <a:r>
              <a:rPr lang="pt-BR" dirty="0"/>
              <a:t> </a:t>
            </a:r>
            <a:r>
              <a:rPr lang="pt-BR" dirty="0" err="1"/>
              <a:t>Mumuekawacawa</a:t>
            </a:r>
            <a:r>
              <a:rPr lang="pt-BR" dirty="0"/>
              <a:t> </a:t>
            </a:r>
            <a:r>
              <a:rPr lang="pt-BR" dirty="0" err="1"/>
              <a:t>yara</a:t>
            </a:r>
            <a:endParaRPr lang="pt-BR" dirty="0"/>
          </a:p>
          <a:p>
            <a:r>
              <a:rPr lang="pt-BR" dirty="0"/>
              <a:t>Marta Raquel Colabone</a:t>
            </a:r>
          </a:p>
          <a:p>
            <a:r>
              <a:rPr lang="pt-BR" dirty="0"/>
              <a:t>Assessoria </a:t>
            </a:r>
            <a:r>
              <a:rPr lang="pt-BR" dirty="0" err="1"/>
              <a:t>Juridica</a:t>
            </a:r>
            <a:endParaRPr lang="pt-BR" dirty="0"/>
          </a:p>
          <a:p>
            <a:r>
              <a:rPr lang="pt-BR" dirty="0" err="1"/>
              <a:t>Acecuria</a:t>
            </a:r>
            <a:r>
              <a:rPr lang="pt-BR" dirty="0"/>
              <a:t> </a:t>
            </a:r>
            <a:r>
              <a:rPr lang="pt-BR" dirty="0" err="1"/>
              <a:t>Juridiku</a:t>
            </a:r>
            <a:endParaRPr lang="pt-BR" dirty="0"/>
          </a:p>
          <a:p>
            <a:r>
              <a:rPr lang="pt-BR" dirty="0"/>
              <a:t>Carla Bertucci Barbieri</a:t>
            </a:r>
          </a:p>
        </p:txBody>
      </p:sp>
      <p:sp>
        <p:nvSpPr>
          <p:cNvPr id="8" name="TextBox 8">
            <a:extLst>
              <a:ext uri="{FF2B5EF4-FFF2-40B4-BE49-F238E27FC236}">
                <a16:creationId xmlns:a16="http://schemas.microsoft.com/office/drawing/2014/main" id="{0AF52537-AECF-8110-1DAE-C7A687C122C7}"/>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15/16</a:t>
            </a:r>
          </a:p>
        </p:txBody>
      </p:sp>
      <p:sp>
        <p:nvSpPr>
          <p:cNvPr id="5" name="TextBox 7">
            <a:extLst>
              <a:ext uri="{FF2B5EF4-FFF2-40B4-BE49-F238E27FC236}">
                <a16:creationId xmlns:a16="http://schemas.microsoft.com/office/drawing/2014/main" id="{397D7FAF-A8C4-8D62-D818-B2B600D9203D}"/>
              </a:ext>
            </a:extLst>
          </p:cNvPr>
          <p:cNvSpPr txBox="1"/>
          <p:nvPr/>
        </p:nvSpPr>
        <p:spPr>
          <a:xfrm>
            <a:off x="5640605" y="495300"/>
            <a:ext cx="6111782" cy="8586966"/>
          </a:xfrm>
          <a:prstGeom prst="rect">
            <a:avLst/>
          </a:prstGeom>
        </p:spPr>
        <p:txBody>
          <a:bodyPr wrap="square" lIns="0" tIns="0" rIns="0" bIns="0" rtlCol="0" anchor="t">
            <a:spAutoFit/>
          </a:bodyPr>
          <a:lstStyle/>
          <a:p>
            <a:r>
              <a:rPr lang="pt-BR" dirty="0"/>
              <a:t>Gerencias</a:t>
            </a:r>
          </a:p>
          <a:p>
            <a:r>
              <a:rPr lang="pt-BR" dirty="0" err="1"/>
              <a:t>Mugaturacawa</a:t>
            </a:r>
            <a:endParaRPr lang="pt-BR" dirty="0"/>
          </a:p>
          <a:p>
            <a:r>
              <a:rPr lang="pt-BR" dirty="0"/>
              <a:t>Artes Visuais e Tecnologia </a:t>
            </a:r>
            <a:r>
              <a:rPr lang="pt-BR" dirty="0" err="1"/>
              <a:t>Puxiricawa</a:t>
            </a:r>
            <a:r>
              <a:rPr lang="pt-BR" dirty="0"/>
              <a:t> </a:t>
            </a:r>
            <a:r>
              <a:rPr lang="pt-BR" dirty="0" err="1"/>
              <a:t>Maagawawara</a:t>
            </a:r>
            <a:endParaRPr lang="pt-BR" dirty="0"/>
          </a:p>
          <a:p>
            <a:r>
              <a:rPr lang="pt-BR" dirty="0" err="1"/>
              <a:t>acui</a:t>
            </a:r>
            <a:r>
              <a:rPr lang="pt-BR" dirty="0"/>
              <a:t> </a:t>
            </a:r>
            <a:r>
              <a:rPr lang="pt-BR" dirty="0" err="1"/>
              <a:t>Tekinulujia</a:t>
            </a:r>
            <a:r>
              <a:rPr lang="pt-BR" dirty="0"/>
              <a:t> Juliana Braga de Mattos Estudos e</a:t>
            </a:r>
          </a:p>
          <a:p>
            <a:r>
              <a:rPr lang="pt-BR" dirty="0"/>
              <a:t>Desenvolvimento </a:t>
            </a:r>
            <a:r>
              <a:rPr lang="pt-BR" dirty="0" err="1"/>
              <a:t>Istudo</a:t>
            </a:r>
            <a:r>
              <a:rPr lang="pt-BR" dirty="0"/>
              <a:t> </a:t>
            </a:r>
            <a:r>
              <a:rPr lang="pt-BR" dirty="0" err="1"/>
              <a:t>acui</a:t>
            </a:r>
            <a:r>
              <a:rPr lang="pt-BR" dirty="0"/>
              <a:t> </a:t>
            </a:r>
            <a:r>
              <a:rPr lang="pt-BR" dirty="0" err="1"/>
              <a:t>Muacupucawa</a:t>
            </a:r>
            <a:r>
              <a:rPr lang="pt-BR" dirty="0"/>
              <a:t> Joao Paulo</a:t>
            </a:r>
          </a:p>
          <a:p>
            <a:r>
              <a:rPr lang="pt-BR" dirty="0"/>
              <a:t>Guadanucci Estudos e Programas Sociais </a:t>
            </a:r>
            <a:r>
              <a:rPr lang="pt-BR" dirty="0" err="1"/>
              <a:t>Istudo</a:t>
            </a:r>
            <a:r>
              <a:rPr lang="pt-BR" dirty="0"/>
              <a:t> </a:t>
            </a:r>
            <a:r>
              <a:rPr lang="pt-BR" dirty="0" err="1"/>
              <a:t>acui</a:t>
            </a:r>
            <a:endParaRPr lang="pt-BR" dirty="0"/>
          </a:p>
          <a:p>
            <a:r>
              <a:rPr lang="pt-BR" dirty="0" err="1"/>
              <a:t>Purugrama</a:t>
            </a:r>
            <a:r>
              <a:rPr lang="pt-BR" dirty="0"/>
              <a:t> </a:t>
            </a:r>
            <a:r>
              <a:rPr lang="pt-BR" dirty="0" err="1"/>
              <a:t>Cusiawa</a:t>
            </a:r>
            <a:r>
              <a:rPr lang="pt-BR" dirty="0"/>
              <a:t> Flavia Carvalho </a:t>
            </a:r>
            <a:r>
              <a:rPr lang="pt-BR" dirty="0" err="1"/>
              <a:t>Educacao</a:t>
            </a:r>
            <a:r>
              <a:rPr lang="pt-BR" dirty="0"/>
              <a:t> para</a:t>
            </a:r>
          </a:p>
          <a:p>
            <a:r>
              <a:rPr lang="pt-BR" dirty="0"/>
              <a:t>Sustentabilidade e Cidadania </a:t>
            </a:r>
            <a:r>
              <a:rPr lang="pt-BR" dirty="0" err="1"/>
              <a:t>Edukacau</a:t>
            </a:r>
            <a:r>
              <a:rPr lang="pt-BR" dirty="0"/>
              <a:t> </a:t>
            </a:r>
            <a:r>
              <a:rPr lang="pt-BR" dirty="0" err="1"/>
              <a:t>Cust</a:t>
            </a:r>
            <a:r>
              <a:rPr lang="pt-BR" b="1" dirty="0" err="1"/>
              <a:t>ẽ</a:t>
            </a:r>
            <a:r>
              <a:rPr lang="pt-BR" dirty="0" err="1"/>
              <a:t>tabiricawa</a:t>
            </a:r>
            <a:endParaRPr lang="pt-BR" dirty="0"/>
          </a:p>
          <a:p>
            <a:r>
              <a:rPr lang="pt-BR" dirty="0" err="1"/>
              <a:t>cupe</a:t>
            </a:r>
            <a:r>
              <a:rPr lang="pt-BR" dirty="0"/>
              <a:t> </a:t>
            </a:r>
            <a:r>
              <a:rPr lang="pt-BR" dirty="0" err="1"/>
              <a:t>acui</a:t>
            </a:r>
            <a:r>
              <a:rPr lang="pt-BR" dirty="0"/>
              <a:t> </a:t>
            </a:r>
            <a:r>
              <a:rPr lang="pt-BR" dirty="0" err="1"/>
              <a:t>Sidadania</a:t>
            </a:r>
            <a:r>
              <a:rPr lang="pt-BR" dirty="0"/>
              <a:t> </a:t>
            </a:r>
            <a:r>
              <a:rPr lang="pt-BR" dirty="0" err="1"/>
              <a:t>cupe</a:t>
            </a:r>
            <a:r>
              <a:rPr lang="pt-BR" dirty="0"/>
              <a:t> Denise Baena Segura Artes</a:t>
            </a:r>
          </a:p>
          <a:p>
            <a:r>
              <a:rPr lang="it-IT" dirty="0"/>
              <a:t>Graficas Puxiricawa Grafiku Rogerio Ianelli Difusao e</a:t>
            </a:r>
          </a:p>
          <a:p>
            <a:r>
              <a:rPr lang="pt-BR" dirty="0" err="1"/>
              <a:t>Promocao</a:t>
            </a:r>
            <a:r>
              <a:rPr lang="pt-BR" dirty="0"/>
              <a:t> </a:t>
            </a:r>
            <a:r>
              <a:rPr lang="pt-BR" dirty="0" err="1"/>
              <a:t>Difucau</a:t>
            </a:r>
            <a:r>
              <a:rPr lang="pt-BR" dirty="0"/>
              <a:t> </a:t>
            </a:r>
            <a:r>
              <a:rPr lang="pt-BR" dirty="0" err="1"/>
              <a:t>acui</a:t>
            </a:r>
            <a:r>
              <a:rPr lang="pt-BR" dirty="0"/>
              <a:t> </a:t>
            </a:r>
            <a:r>
              <a:rPr lang="pt-BR" dirty="0" err="1"/>
              <a:t>Prumucau</a:t>
            </a:r>
            <a:r>
              <a:rPr lang="pt-BR" dirty="0"/>
              <a:t> Ligia Moreira Moreli</a:t>
            </a:r>
          </a:p>
          <a:p>
            <a:r>
              <a:rPr lang="pt-BR" dirty="0"/>
              <a:t>Sesc Digital Sesc </a:t>
            </a:r>
            <a:r>
              <a:rPr lang="pt-BR" dirty="0" err="1"/>
              <a:t>Dijgitawa</a:t>
            </a:r>
            <a:r>
              <a:rPr lang="pt-BR" dirty="0"/>
              <a:t> Fernando </a:t>
            </a:r>
            <a:r>
              <a:rPr lang="pt-BR" dirty="0" err="1"/>
              <a:t>Amodeo</a:t>
            </a:r>
            <a:r>
              <a:rPr lang="pt-BR" dirty="0"/>
              <a:t> Tuacek</a:t>
            </a:r>
          </a:p>
          <a:p>
            <a:r>
              <a:rPr lang="pt-BR" dirty="0"/>
              <a:t>Atendimento e Relacionamento com </a:t>
            </a:r>
            <a:r>
              <a:rPr lang="pt-BR" dirty="0" err="1"/>
              <a:t>Publicos</a:t>
            </a:r>
            <a:r>
              <a:rPr lang="pt-BR" dirty="0"/>
              <a:t> </a:t>
            </a:r>
            <a:r>
              <a:rPr lang="pt-BR" dirty="0" err="1"/>
              <a:t>At</a:t>
            </a:r>
            <a:r>
              <a:rPr lang="pt-BR" b="1" dirty="0" err="1"/>
              <a:t>ẽ</a:t>
            </a:r>
            <a:r>
              <a:rPr lang="pt-BR" dirty="0" err="1"/>
              <a:t>dericawa</a:t>
            </a:r>
            <a:endParaRPr lang="pt-BR" dirty="0"/>
          </a:p>
          <a:p>
            <a:r>
              <a:rPr lang="pt-BR" dirty="0" err="1"/>
              <a:t>acui</a:t>
            </a:r>
            <a:r>
              <a:rPr lang="pt-BR" dirty="0"/>
              <a:t> </a:t>
            </a:r>
            <a:r>
              <a:rPr lang="pt-BR" dirty="0" err="1"/>
              <a:t>Muaticawa</a:t>
            </a:r>
            <a:r>
              <a:rPr lang="pt-BR" dirty="0"/>
              <a:t> mira </a:t>
            </a:r>
            <a:r>
              <a:rPr lang="pt-BR" dirty="0" err="1"/>
              <a:t>irũ</a:t>
            </a:r>
            <a:r>
              <a:rPr lang="pt-BR" dirty="0"/>
              <a:t> Patricia </a:t>
            </a:r>
            <a:r>
              <a:rPr lang="pt-BR" dirty="0" err="1"/>
              <a:t>Piquera</a:t>
            </a:r>
            <a:r>
              <a:rPr lang="pt-BR" dirty="0"/>
              <a:t> Assessoria de</a:t>
            </a:r>
          </a:p>
          <a:p>
            <a:r>
              <a:rPr lang="pt-BR" dirty="0" err="1"/>
              <a:t>Relacoes</a:t>
            </a:r>
            <a:r>
              <a:rPr lang="pt-BR" dirty="0"/>
              <a:t> Internacionais </a:t>
            </a:r>
            <a:r>
              <a:rPr lang="pt-BR" dirty="0" err="1"/>
              <a:t>Muaticawa</a:t>
            </a:r>
            <a:r>
              <a:rPr lang="pt-BR" dirty="0"/>
              <a:t> </a:t>
            </a:r>
            <a:r>
              <a:rPr lang="pt-BR" dirty="0" err="1"/>
              <a:t>ĩternasiunawa</a:t>
            </a:r>
            <a:r>
              <a:rPr lang="pt-BR" dirty="0"/>
              <a:t> </a:t>
            </a:r>
            <a:r>
              <a:rPr lang="pt-BR" dirty="0" err="1"/>
              <a:t>acecuria</a:t>
            </a:r>
            <a:endParaRPr lang="pt-BR" dirty="0"/>
          </a:p>
          <a:p>
            <a:r>
              <a:rPr lang="pt-BR" dirty="0"/>
              <a:t>Heloisa Pisani Sesc Rio Preto Sesc Rio Preto Thiago Freire</a:t>
            </a:r>
          </a:p>
          <a:p>
            <a:endParaRPr lang="pt-BR" dirty="0"/>
          </a:p>
          <a:p>
            <a:r>
              <a:rPr lang="pt-BR" b="1" dirty="0" err="1"/>
              <a:t>Exposicao</a:t>
            </a:r>
            <a:r>
              <a:rPr lang="pt-BR" b="1" dirty="0"/>
              <a:t> </a:t>
            </a:r>
            <a:r>
              <a:rPr lang="pt-BR" b="1" dirty="0" err="1"/>
              <a:t>Assojaba</a:t>
            </a:r>
            <a:r>
              <a:rPr lang="pt-BR" b="1" dirty="0"/>
              <a:t> </a:t>
            </a:r>
            <a:r>
              <a:rPr lang="pt-BR" b="1" dirty="0" err="1"/>
              <a:t>Tupinamba</a:t>
            </a:r>
            <a:r>
              <a:rPr lang="pt-BR" b="1" dirty="0"/>
              <a:t> </a:t>
            </a:r>
            <a:r>
              <a:rPr lang="pt-BR" b="1" dirty="0" err="1"/>
              <a:t>Umbeumbesawa</a:t>
            </a:r>
            <a:r>
              <a:rPr lang="pt-BR" b="1" dirty="0"/>
              <a:t> – o manto</a:t>
            </a:r>
          </a:p>
          <a:p>
            <a:r>
              <a:rPr lang="pt-BR" b="1" dirty="0" err="1"/>
              <a:t>tupinamba</a:t>
            </a:r>
            <a:r>
              <a:rPr lang="pt-BR" b="1" dirty="0"/>
              <a:t> conta e canta a historia</a:t>
            </a:r>
          </a:p>
          <a:p>
            <a:r>
              <a:rPr lang="pt-BR" dirty="0" err="1"/>
              <a:t>Mukam</a:t>
            </a:r>
            <a:r>
              <a:rPr lang="pt-BR" dirty="0"/>
              <a:t> </a:t>
            </a:r>
            <a:r>
              <a:rPr lang="pt-BR" dirty="0" err="1"/>
              <a:t>Bawa</a:t>
            </a:r>
            <a:r>
              <a:rPr lang="pt-BR" dirty="0"/>
              <a:t> </a:t>
            </a:r>
            <a:r>
              <a:rPr lang="pt-BR" dirty="0" err="1"/>
              <a:t>Assojaba</a:t>
            </a:r>
            <a:r>
              <a:rPr lang="pt-BR" dirty="0"/>
              <a:t> </a:t>
            </a:r>
            <a:r>
              <a:rPr lang="pt-BR" dirty="0" err="1"/>
              <a:t>Tupinamba</a:t>
            </a:r>
            <a:r>
              <a:rPr lang="pt-BR" dirty="0"/>
              <a:t> </a:t>
            </a:r>
            <a:r>
              <a:rPr lang="pt-BR" dirty="0" err="1"/>
              <a:t>Umbeumbesawa</a:t>
            </a:r>
            <a:r>
              <a:rPr lang="pt-BR" dirty="0"/>
              <a:t> –</a:t>
            </a:r>
          </a:p>
          <a:p>
            <a:r>
              <a:rPr lang="pt-BR" dirty="0" err="1"/>
              <a:t>asoyawa</a:t>
            </a:r>
            <a:r>
              <a:rPr lang="pt-BR" dirty="0"/>
              <a:t> </a:t>
            </a:r>
            <a:r>
              <a:rPr lang="pt-BR" dirty="0" err="1"/>
              <a:t>tupinaba</a:t>
            </a:r>
            <a:r>
              <a:rPr lang="pt-BR" dirty="0"/>
              <a:t> </a:t>
            </a:r>
            <a:r>
              <a:rPr lang="pt-BR" dirty="0" err="1"/>
              <a:t>ukũtai</a:t>
            </a:r>
            <a:r>
              <a:rPr lang="pt-BR" dirty="0"/>
              <a:t> i </a:t>
            </a:r>
            <a:r>
              <a:rPr lang="pt-BR" dirty="0" err="1"/>
              <a:t>b</a:t>
            </a:r>
            <a:r>
              <a:rPr lang="pt-BR" b="1" dirty="0" err="1"/>
              <a:t>ẽ</a:t>
            </a:r>
            <a:r>
              <a:rPr lang="pt-BR" dirty="0" err="1"/>
              <a:t>beucawa</a:t>
            </a:r>
            <a:endParaRPr lang="pt-BR" dirty="0"/>
          </a:p>
          <a:p>
            <a:r>
              <a:rPr lang="pt-BR" dirty="0"/>
              <a:t>Artistas </a:t>
            </a:r>
            <a:r>
              <a:rPr lang="pt-BR" dirty="0" err="1"/>
              <a:t>Puxiricara-eta</a:t>
            </a:r>
            <a:r>
              <a:rPr lang="pt-BR" dirty="0"/>
              <a:t> </a:t>
            </a:r>
            <a:r>
              <a:rPr lang="pt-BR" dirty="0" err="1"/>
              <a:t>Gliceria</a:t>
            </a:r>
            <a:r>
              <a:rPr lang="pt-BR" dirty="0"/>
              <a:t> </a:t>
            </a:r>
            <a:r>
              <a:rPr lang="pt-BR" dirty="0" err="1"/>
              <a:t>Tupinamba</a:t>
            </a:r>
            <a:r>
              <a:rPr lang="pt-BR" dirty="0"/>
              <a:t>, Grupo Jovem</a:t>
            </a:r>
          </a:p>
          <a:p>
            <a:r>
              <a:rPr lang="pt-BR" dirty="0"/>
              <a:t>de Ata, Edimilson de Almeida Pereira, Fernanda </a:t>
            </a:r>
            <a:r>
              <a:rPr lang="pt-BR" dirty="0" err="1"/>
              <a:t>Liberti</a:t>
            </a:r>
            <a:r>
              <a:rPr lang="pt-BR" dirty="0"/>
              <a:t>,</a:t>
            </a:r>
          </a:p>
          <a:p>
            <a:r>
              <a:rPr lang="pt-BR" dirty="0"/>
              <a:t>Gustavo Caboco, JAMAC, Livia </a:t>
            </a:r>
            <a:r>
              <a:rPr lang="pt-BR" dirty="0" err="1"/>
              <a:t>Melzi</a:t>
            </a:r>
            <a:r>
              <a:rPr lang="pt-BR" dirty="0"/>
              <a:t>, Mariana Lacerda,</a:t>
            </a:r>
          </a:p>
          <a:p>
            <a:r>
              <a:rPr lang="pt-BR" dirty="0"/>
              <a:t>Nathalie </a:t>
            </a:r>
            <a:r>
              <a:rPr lang="pt-BR" dirty="0" err="1"/>
              <a:t>Pavelic</a:t>
            </a:r>
            <a:r>
              <a:rPr lang="pt-BR" dirty="0"/>
              <a:t>, Patricia </a:t>
            </a:r>
            <a:r>
              <a:rPr lang="pt-BR" dirty="0" err="1"/>
              <a:t>Cornils</a:t>
            </a:r>
            <a:r>
              <a:rPr lang="pt-BR" dirty="0"/>
              <a:t>, Povo </a:t>
            </a:r>
            <a:r>
              <a:rPr lang="pt-BR" dirty="0" err="1"/>
              <a:t>Tupinamba</a:t>
            </a:r>
            <a:r>
              <a:rPr lang="pt-BR" dirty="0"/>
              <a:t> da Serra</a:t>
            </a:r>
          </a:p>
          <a:p>
            <a:r>
              <a:rPr lang="pt-BR" dirty="0"/>
              <a:t>do Padeiro, Rogerio Sganzerla, Sophia Pinheiro, Vinicius Gil</a:t>
            </a:r>
          </a:p>
          <a:p>
            <a:r>
              <a:rPr lang="pt-BR" dirty="0" err="1"/>
              <a:t>Purki</a:t>
            </a:r>
            <a:r>
              <a:rPr lang="pt-BR" dirty="0"/>
              <a:t> Curadoria </a:t>
            </a:r>
            <a:r>
              <a:rPr lang="pt-BR" dirty="0" err="1"/>
              <a:t>Kuraduria</a:t>
            </a:r>
            <a:r>
              <a:rPr lang="pt-BR" dirty="0"/>
              <a:t> Augustin de Tugny, Benjamin</a:t>
            </a:r>
          </a:p>
          <a:p>
            <a:r>
              <a:rPr lang="it-IT" dirty="0"/>
              <a:t>Seroussi, Gliceria Tupinamba, Juliana Caffe, Juliana Gontijo</a:t>
            </a:r>
          </a:p>
          <a:p>
            <a:r>
              <a:rPr lang="pt-BR" dirty="0" err="1"/>
              <a:t>Coordenacao</a:t>
            </a:r>
            <a:r>
              <a:rPr lang="pt-BR" dirty="0"/>
              <a:t> Curatorial </a:t>
            </a:r>
            <a:r>
              <a:rPr lang="pt-BR" dirty="0" err="1"/>
              <a:t>Pairicawa</a:t>
            </a:r>
            <a:r>
              <a:rPr lang="pt-BR" dirty="0"/>
              <a:t> </a:t>
            </a:r>
            <a:r>
              <a:rPr lang="pt-BR" dirty="0" err="1"/>
              <a:t>Kuraduria</a:t>
            </a:r>
            <a:r>
              <a:rPr lang="pt-BR" dirty="0"/>
              <a:t> Juliana </a:t>
            </a:r>
            <a:r>
              <a:rPr lang="pt-BR" dirty="0" err="1"/>
              <a:t>Caffe</a:t>
            </a:r>
            <a:r>
              <a:rPr lang="pt-BR" dirty="0"/>
              <a:t>,</a:t>
            </a:r>
          </a:p>
          <a:p>
            <a:r>
              <a:rPr lang="pt-BR" dirty="0"/>
              <a:t>Juliana Gontijo</a:t>
            </a:r>
          </a:p>
          <a:p>
            <a:endParaRPr lang="pt-BR" dirty="0"/>
          </a:p>
        </p:txBody>
      </p:sp>
      <p:sp>
        <p:nvSpPr>
          <p:cNvPr id="6" name="TextBox 7">
            <a:extLst>
              <a:ext uri="{FF2B5EF4-FFF2-40B4-BE49-F238E27FC236}">
                <a16:creationId xmlns:a16="http://schemas.microsoft.com/office/drawing/2014/main" id="{702355C0-5E0B-71D1-9447-81FEAB0ACE7C}"/>
              </a:ext>
            </a:extLst>
          </p:cNvPr>
          <p:cNvSpPr txBox="1"/>
          <p:nvPr/>
        </p:nvSpPr>
        <p:spPr>
          <a:xfrm>
            <a:off x="11961371" y="4760720"/>
            <a:ext cx="6111782" cy="3877985"/>
          </a:xfrm>
          <a:prstGeom prst="rect">
            <a:avLst/>
          </a:prstGeom>
        </p:spPr>
        <p:txBody>
          <a:bodyPr wrap="square" lIns="0" tIns="0" rIns="0" bIns="0" rtlCol="0" anchor="t">
            <a:spAutoFit/>
          </a:bodyPr>
          <a:lstStyle/>
          <a:p>
            <a:r>
              <a:rPr lang="pt-BR" dirty="0"/>
              <a:t>Equipe Sesc </a:t>
            </a:r>
            <a:r>
              <a:rPr lang="pt-BR" dirty="0" err="1"/>
              <a:t>Muatiricawa</a:t>
            </a:r>
            <a:r>
              <a:rPr lang="pt-BR" dirty="0"/>
              <a:t> Sesc </a:t>
            </a:r>
            <a:r>
              <a:rPr lang="pt-BR" dirty="0" err="1"/>
              <a:t>yara</a:t>
            </a:r>
            <a:r>
              <a:rPr lang="pt-BR" dirty="0"/>
              <a:t> Adriana Reis, Adriano</a:t>
            </a:r>
          </a:p>
          <a:p>
            <a:r>
              <a:rPr lang="pt-BR" dirty="0"/>
              <a:t>Alves Pinto, Andre Coelho Queiroz, Andre Dias, Camila</a:t>
            </a:r>
          </a:p>
          <a:p>
            <a:r>
              <a:rPr lang="it-IT" dirty="0"/>
              <a:t>Barbosa, Carolina Barmell, Caroline Estravini, Cesar Albornoz,</a:t>
            </a:r>
          </a:p>
          <a:p>
            <a:r>
              <a:rPr lang="it-IT" dirty="0"/>
              <a:t>Chiara Peixe, Daniela Monte Rosa, Danielle Bongiovani, Daniel</a:t>
            </a:r>
          </a:p>
          <a:p>
            <a:r>
              <a:rPr lang="it-IT" dirty="0"/>
              <a:t>Trovati, Danilo Bertasso, Danilo Simonetti, Denis Salzano, Elisa</a:t>
            </a:r>
          </a:p>
          <a:p>
            <a:r>
              <a:rPr lang="pt-BR" dirty="0" err="1"/>
              <a:t>Hassem</a:t>
            </a:r>
            <a:r>
              <a:rPr lang="pt-BR" dirty="0"/>
              <a:t>, Fabio Vasconcelos, Fabiola Milan, Fabricio Floro,</a:t>
            </a:r>
          </a:p>
          <a:p>
            <a:r>
              <a:rPr lang="pt-BR" dirty="0"/>
              <a:t>Gloria Ramos, </a:t>
            </a:r>
            <a:r>
              <a:rPr lang="pt-BR" dirty="0" err="1"/>
              <a:t>Gregorio</a:t>
            </a:r>
            <a:r>
              <a:rPr lang="pt-BR" dirty="0"/>
              <a:t> Dias, Humberto Mota, Ivan Franco</a:t>
            </a:r>
          </a:p>
          <a:p>
            <a:r>
              <a:rPr lang="pt-BR" dirty="0"/>
              <a:t>dos Santos, Joice Carolina de Souza, Joice Goncalves, Jose</a:t>
            </a:r>
          </a:p>
          <a:p>
            <a:r>
              <a:rPr lang="pt-BR" dirty="0"/>
              <a:t>Marcio Barbosa, Jose Maria Bonifacio, Karina Camargo Leal,</a:t>
            </a:r>
          </a:p>
          <a:p>
            <a:r>
              <a:rPr lang="pt-BR" dirty="0"/>
              <a:t>Karina </a:t>
            </a:r>
            <a:r>
              <a:rPr lang="pt-BR" dirty="0" err="1"/>
              <a:t>Juliao</a:t>
            </a:r>
            <a:r>
              <a:rPr lang="pt-BR" dirty="0"/>
              <a:t>, Lais Silveira, Livia </a:t>
            </a:r>
            <a:r>
              <a:rPr lang="pt-BR" dirty="0" err="1"/>
              <a:t>D’amico</a:t>
            </a:r>
            <a:r>
              <a:rPr lang="pt-BR" dirty="0"/>
              <a:t>, Luana Ishikawa, Luis</a:t>
            </a:r>
          </a:p>
          <a:p>
            <a:r>
              <a:rPr lang="pt-BR" dirty="0"/>
              <a:t>Fernando Lopes, Marcia Cristina Xavier, Mariani Gasperini,</a:t>
            </a:r>
          </a:p>
          <a:p>
            <a:r>
              <a:rPr lang="pt-BR" dirty="0"/>
              <a:t>Paola Brunelli, Paulo Ladeia, Pedro Benedetti, Pedro Cerqueira,</a:t>
            </a:r>
          </a:p>
          <a:p>
            <a:r>
              <a:rPr lang="pt-BR" dirty="0"/>
              <a:t>Pedro Horta, Renata </a:t>
            </a:r>
            <a:r>
              <a:rPr lang="pt-BR" dirty="0" err="1"/>
              <a:t>Covizzi</a:t>
            </a:r>
            <a:r>
              <a:rPr lang="pt-BR" dirty="0"/>
              <a:t>, Roselaine de Souza, Silvia Hirao,</a:t>
            </a:r>
          </a:p>
          <a:p>
            <a:r>
              <a:rPr lang="it-IT" dirty="0"/>
              <a:t>Silvio Basilio, Vanessa Gustineli, Vilmar Calejan</a:t>
            </a:r>
          </a:p>
        </p:txBody>
      </p:sp>
    </p:spTree>
    <p:extLst>
      <p:ext uri="{BB962C8B-B14F-4D97-AF65-F5344CB8AC3E}">
        <p14:creationId xmlns:p14="http://schemas.microsoft.com/office/powerpoint/2010/main" val="3730727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B37E84-BBA7-4456-832A-1EA0A5EBA1F3}"/>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6D77A73D-44E1-C963-02A5-47D1306655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1DDB1F2C-42E9-4A15-4C2C-40543DD6C5B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8" name="TextBox 8">
            <a:extLst>
              <a:ext uri="{FF2B5EF4-FFF2-40B4-BE49-F238E27FC236}">
                <a16:creationId xmlns:a16="http://schemas.microsoft.com/office/drawing/2014/main" id="{3C8E28A8-8B59-1D35-0D06-39680BF174DC}"/>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dirty="0">
                <a:solidFill>
                  <a:srgbClr val="000000"/>
                </a:solidFill>
                <a:latin typeface="Garet Bold"/>
                <a:ea typeface="Garet Bold"/>
                <a:cs typeface="Garet Bold"/>
                <a:sym typeface="Garet Bold"/>
              </a:rPr>
              <a:t>16/16</a:t>
            </a:r>
          </a:p>
        </p:txBody>
      </p:sp>
      <p:sp>
        <p:nvSpPr>
          <p:cNvPr id="6" name="TextBox 7">
            <a:extLst>
              <a:ext uri="{FF2B5EF4-FFF2-40B4-BE49-F238E27FC236}">
                <a16:creationId xmlns:a16="http://schemas.microsoft.com/office/drawing/2014/main" id="{93CAEAE7-567E-2CAB-8DBB-B04A441A9FA2}"/>
              </a:ext>
            </a:extLst>
          </p:cNvPr>
          <p:cNvSpPr txBox="1"/>
          <p:nvPr/>
        </p:nvSpPr>
        <p:spPr>
          <a:xfrm>
            <a:off x="838200" y="1346835"/>
            <a:ext cx="12573000" cy="9694962"/>
          </a:xfrm>
          <a:prstGeom prst="rect">
            <a:avLst/>
          </a:prstGeom>
        </p:spPr>
        <p:txBody>
          <a:bodyPr wrap="square" lIns="0" tIns="0" rIns="0" bIns="0" numCol="2" rtlCol="0" anchor="t">
            <a:spAutoFit/>
          </a:bodyPr>
          <a:lstStyle/>
          <a:p>
            <a:endParaRPr lang="it-IT" dirty="0"/>
          </a:p>
          <a:p>
            <a:r>
              <a:rPr lang="pt-BR" dirty="0" err="1"/>
              <a:t>Producao</a:t>
            </a:r>
            <a:r>
              <a:rPr lang="pt-BR" dirty="0"/>
              <a:t> Executiva </a:t>
            </a:r>
            <a:r>
              <a:rPr lang="pt-BR" dirty="0" err="1"/>
              <a:t>Munhagawa</a:t>
            </a:r>
            <a:r>
              <a:rPr lang="pt-BR" dirty="0"/>
              <a:t> </a:t>
            </a:r>
            <a:r>
              <a:rPr lang="pt-BR" dirty="0" err="1"/>
              <a:t>Munhacawa</a:t>
            </a:r>
            <a:r>
              <a:rPr lang="pt-BR" dirty="0"/>
              <a:t> DB</a:t>
            </a:r>
          </a:p>
          <a:p>
            <a:r>
              <a:rPr lang="pt-BR" dirty="0" err="1"/>
              <a:t>Producoes</a:t>
            </a:r>
            <a:r>
              <a:rPr lang="pt-BR" dirty="0"/>
              <a:t> </a:t>
            </a:r>
            <a:r>
              <a:rPr lang="pt-BR" dirty="0" err="1"/>
              <a:t>Artisticas</a:t>
            </a:r>
            <a:r>
              <a:rPr lang="pt-BR" dirty="0"/>
              <a:t> </a:t>
            </a:r>
            <a:r>
              <a:rPr lang="pt-BR" dirty="0" err="1"/>
              <a:t>Direcao</a:t>
            </a:r>
            <a:r>
              <a:rPr lang="pt-BR" dirty="0"/>
              <a:t> de </a:t>
            </a:r>
            <a:r>
              <a:rPr lang="pt-BR" dirty="0" err="1"/>
              <a:t>Producao</a:t>
            </a:r>
            <a:r>
              <a:rPr lang="pt-BR" dirty="0"/>
              <a:t> </a:t>
            </a:r>
            <a:r>
              <a:rPr lang="pt-BR" dirty="0" err="1"/>
              <a:t>Munhagawa</a:t>
            </a:r>
            <a:endParaRPr lang="pt-BR" dirty="0"/>
          </a:p>
          <a:p>
            <a:r>
              <a:rPr lang="pt-BR" dirty="0" err="1"/>
              <a:t>Mumurikuacawa</a:t>
            </a:r>
            <a:r>
              <a:rPr lang="pt-BR" dirty="0"/>
              <a:t> Drika Bourquim Equipe de </a:t>
            </a:r>
            <a:r>
              <a:rPr lang="pt-BR" dirty="0" err="1"/>
              <a:t>Producao</a:t>
            </a:r>
            <a:endParaRPr lang="pt-BR" dirty="0"/>
          </a:p>
          <a:p>
            <a:r>
              <a:rPr lang="pt-BR" dirty="0" err="1"/>
              <a:t>Munhagawa</a:t>
            </a:r>
            <a:r>
              <a:rPr lang="pt-BR" dirty="0"/>
              <a:t> </a:t>
            </a:r>
            <a:r>
              <a:rPr lang="pt-BR" dirty="0" err="1"/>
              <a:t>Muatiricawa</a:t>
            </a:r>
            <a:r>
              <a:rPr lang="pt-BR" dirty="0"/>
              <a:t> Mariano Sosa, Olga Torres, Sueli</a:t>
            </a:r>
          </a:p>
          <a:p>
            <a:r>
              <a:rPr lang="pt-BR" dirty="0"/>
              <a:t>Dias, Vanessa Ferreira </a:t>
            </a:r>
            <a:r>
              <a:rPr lang="pt-BR" dirty="0" err="1"/>
              <a:t>Producao</a:t>
            </a:r>
            <a:r>
              <a:rPr lang="pt-BR" dirty="0"/>
              <a:t> </a:t>
            </a:r>
            <a:r>
              <a:rPr lang="pt-BR" dirty="0" err="1"/>
              <a:t>Gliceria</a:t>
            </a:r>
            <a:r>
              <a:rPr lang="pt-BR" dirty="0"/>
              <a:t> </a:t>
            </a:r>
            <a:r>
              <a:rPr lang="pt-BR" dirty="0" err="1"/>
              <a:t>Tupinamba</a:t>
            </a:r>
            <a:endParaRPr lang="pt-BR" dirty="0"/>
          </a:p>
          <a:p>
            <a:r>
              <a:rPr lang="pt-BR" dirty="0" err="1"/>
              <a:t>Munhagawa</a:t>
            </a:r>
            <a:r>
              <a:rPr lang="pt-BR" dirty="0"/>
              <a:t> </a:t>
            </a:r>
            <a:r>
              <a:rPr lang="pt-BR" dirty="0" err="1"/>
              <a:t>Gliceria</a:t>
            </a:r>
            <a:r>
              <a:rPr lang="pt-BR" dirty="0"/>
              <a:t> </a:t>
            </a:r>
            <a:r>
              <a:rPr lang="pt-BR" dirty="0" err="1"/>
              <a:t>Tupinamba</a:t>
            </a:r>
            <a:r>
              <a:rPr lang="pt-BR" dirty="0"/>
              <a:t> Olga Torres Assistente</a:t>
            </a:r>
          </a:p>
          <a:p>
            <a:r>
              <a:rPr lang="pt-BR" dirty="0"/>
              <a:t>de </a:t>
            </a:r>
            <a:r>
              <a:rPr lang="pt-BR" dirty="0" err="1"/>
              <a:t>Producao</a:t>
            </a:r>
            <a:r>
              <a:rPr lang="pt-BR" dirty="0"/>
              <a:t> </a:t>
            </a:r>
            <a:r>
              <a:rPr lang="pt-BR" dirty="0" err="1"/>
              <a:t>Munhagawa</a:t>
            </a:r>
            <a:r>
              <a:rPr lang="pt-BR" dirty="0"/>
              <a:t> </a:t>
            </a:r>
            <a:r>
              <a:rPr lang="pt-BR" dirty="0" err="1"/>
              <a:t>Putimũgawa</a:t>
            </a:r>
            <a:r>
              <a:rPr lang="pt-BR" dirty="0"/>
              <a:t> Joao Sugahara</a:t>
            </a:r>
          </a:p>
          <a:p>
            <a:r>
              <a:rPr lang="pt-BR" dirty="0"/>
              <a:t>Integrantes da Roda de Tore </a:t>
            </a:r>
            <a:r>
              <a:rPr lang="pt-BR" dirty="0" err="1"/>
              <a:t>Ture</a:t>
            </a:r>
            <a:r>
              <a:rPr lang="pt-BR" dirty="0"/>
              <a:t> </a:t>
            </a:r>
            <a:r>
              <a:rPr lang="pt-BR" dirty="0" err="1"/>
              <a:t>Ayapua</a:t>
            </a:r>
            <a:r>
              <a:rPr lang="pt-BR" dirty="0"/>
              <a:t> </a:t>
            </a:r>
            <a:r>
              <a:rPr lang="pt-BR" dirty="0" err="1"/>
              <a:t>Mpauruwa-eta</a:t>
            </a:r>
            <a:endParaRPr lang="pt-BR" dirty="0"/>
          </a:p>
          <a:p>
            <a:r>
              <a:rPr lang="pt-BR" dirty="0" err="1"/>
              <a:t>Gliceria</a:t>
            </a:r>
            <a:r>
              <a:rPr lang="pt-BR" dirty="0"/>
              <a:t> </a:t>
            </a:r>
            <a:r>
              <a:rPr lang="pt-BR" dirty="0" err="1"/>
              <a:t>Tupinamba</a:t>
            </a:r>
            <a:r>
              <a:rPr lang="pt-BR" dirty="0"/>
              <a:t>, Jessica </a:t>
            </a:r>
            <a:r>
              <a:rPr lang="pt-BR" dirty="0" err="1"/>
              <a:t>Tupinamba</a:t>
            </a:r>
            <a:r>
              <a:rPr lang="pt-BR" dirty="0"/>
              <a:t>, Carla Cristina Matos</a:t>
            </a:r>
          </a:p>
          <a:p>
            <a:r>
              <a:rPr lang="pt-BR" dirty="0"/>
              <a:t>Nascimento, Jessica Barbosa de Sousa, Walace Almeida</a:t>
            </a:r>
          </a:p>
          <a:p>
            <a:r>
              <a:rPr lang="pt-BR" dirty="0"/>
              <a:t>de Jesus, Alan Oliveira Barbosa, </a:t>
            </a:r>
            <a:r>
              <a:rPr lang="pt-BR" dirty="0" err="1"/>
              <a:t>Miuk</a:t>
            </a:r>
            <a:r>
              <a:rPr lang="pt-BR" dirty="0"/>
              <a:t> Ferreira Nascimento,</a:t>
            </a:r>
          </a:p>
          <a:p>
            <a:r>
              <a:rPr lang="pt-BR" dirty="0"/>
              <a:t>Magno Silva Souza Expografia </a:t>
            </a:r>
            <a:r>
              <a:rPr lang="pt-BR" dirty="0" err="1"/>
              <a:t>Ispugrafia</a:t>
            </a:r>
            <a:r>
              <a:rPr lang="pt-BR" dirty="0"/>
              <a:t> Augustin de Tugny</a:t>
            </a:r>
          </a:p>
          <a:p>
            <a:r>
              <a:rPr lang="pt-BR" dirty="0"/>
              <a:t>Equipe de Expografia </a:t>
            </a:r>
            <a:r>
              <a:rPr lang="pt-BR" dirty="0" err="1"/>
              <a:t>Ispugrafia</a:t>
            </a:r>
            <a:r>
              <a:rPr lang="pt-BR" dirty="0"/>
              <a:t> </a:t>
            </a:r>
            <a:r>
              <a:rPr lang="pt-BR" dirty="0" err="1"/>
              <a:t>Muatiricawa</a:t>
            </a:r>
            <a:r>
              <a:rPr lang="pt-BR" dirty="0"/>
              <a:t> Ana Altberg,</a:t>
            </a:r>
          </a:p>
          <a:p>
            <a:r>
              <a:rPr lang="pt-BR" dirty="0"/>
              <a:t>Lucas Botelho, Mariana Cruz Cenografia </a:t>
            </a:r>
            <a:r>
              <a:rPr lang="pt-BR" dirty="0" err="1"/>
              <a:t>C</a:t>
            </a:r>
            <a:r>
              <a:rPr lang="pt-BR" b="1" dirty="0" err="1"/>
              <a:t>ẽ</a:t>
            </a:r>
            <a:r>
              <a:rPr lang="pt-BR" dirty="0" err="1"/>
              <a:t>nugrafia</a:t>
            </a:r>
            <a:r>
              <a:rPr lang="pt-BR" dirty="0"/>
              <a:t> AZ Core</a:t>
            </a:r>
          </a:p>
          <a:p>
            <a:r>
              <a:rPr lang="pt-BR" dirty="0"/>
              <a:t>Projeto </a:t>
            </a:r>
            <a:r>
              <a:rPr lang="pt-BR" dirty="0" err="1"/>
              <a:t>Grafico</a:t>
            </a:r>
            <a:r>
              <a:rPr lang="pt-BR" dirty="0"/>
              <a:t> e Identidade Visual </a:t>
            </a:r>
            <a:r>
              <a:rPr lang="pt-BR" dirty="0" err="1"/>
              <a:t>Puruyetu</a:t>
            </a:r>
            <a:r>
              <a:rPr lang="pt-BR" dirty="0"/>
              <a:t> </a:t>
            </a:r>
            <a:r>
              <a:rPr lang="pt-BR" dirty="0" err="1"/>
              <a:t>Grafiku</a:t>
            </a:r>
            <a:r>
              <a:rPr lang="pt-BR" dirty="0"/>
              <a:t> </a:t>
            </a:r>
            <a:r>
              <a:rPr lang="pt-BR" dirty="0" err="1"/>
              <a:t>acui</a:t>
            </a:r>
            <a:endParaRPr lang="pt-BR" dirty="0"/>
          </a:p>
          <a:p>
            <a:r>
              <a:rPr lang="pt-BR" dirty="0" err="1"/>
              <a:t>Id</a:t>
            </a:r>
            <a:r>
              <a:rPr lang="pt-BR" b="1" dirty="0" err="1"/>
              <a:t>ẽ</a:t>
            </a:r>
            <a:r>
              <a:rPr lang="pt-BR" dirty="0" err="1"/>
              <a:t>tidadi</a:t>
            </a:r>
            <a:r>
              <a:rPr lang="pt-BR" dirty="0"/>
              <a:t> </a:t>
            </a:r>
            <a:r>
              <a:rPr lang="pt-BR" dirty="0" err="1"/>
              <a:t>Maagawawara</a:t>
            </a:r>
            <a:r>
              <a:rPr lang="pt-BR" dirty="0"/>
              <a:t> </a:t>
            </a:r>
            <a:r>
              <a:rPr lang="pt-BR" dirty="0" err="1"/>
              <a:t>Cosmopoliticas</a:t>
            </a:r>
            <a:r>
              <a:rPr lang="pt-BR" dirty="0"/>
              <a:t> editoriais – Felipe</a:t>
            </a:r>
          </a:p>
          <a:p>
            <a:r>
              <a:rPr lang="it-IT" dirty="0"/>
              <a:t>Carnevalli e Paula Lobato Traducao Sinimukanh</a:t>
            </a:r>
            <a:r>
              <a:rPr lang="it-IT" b="1" dirty="0"/>
              <a:t>ẽẽ</a:t>
            </a:r>
            <a:r>
              <a:rPr lang="it-IT" dirty="0"/>
              <a:t>gawa</a:t>
            </a:r>
          </a:p>
          <a:p>
            <a:r>
              <a:rPr lang="pt-BR" dirty="0" err="1"/>
              <a:t>Yaguare</a:t>
            </a:r>
            <a:r>
              <a:rPr lang="pt-BR" dirty="0"/>
              <a:t> </a:t>
            </a:r>
            <a:r>
              <a:rPr lang="pt-BR" dirty="0" err="1"/>
              <a:t>Yama</a:t>
            </a:r>
            <a:r>
              <a:rPr lang="pt-BR" dirty="0"/>
              <a:t> Montagem Fina </a:t>
            </a:r>
            <a:r>
              <a:rPr lang="pt-BR" dirty="0" err="1"/>
              <a:t>Mũtaji</a:t>
            </a:r>
            <a:r>
              <a:rPr lang="pt-BR" dirty="0"/>
              <a:t> </a:t>
            </a:r>
            <a:r>
              <a:rPr lang="pt-BR" dirty="0" err="1"/>
              <a:t>Puĩ</a:t>
            </a:r>
            <a:r>
              <a:rPr lang="pt-BR" dirty="0"/>
              <a:t> </a:t>
            </a:r>
            <a:r>
              <a:rPr lang="pt-BR" dirty="0" err="1"/>
              <a:t>Install</a:t>
            </a:r>
            <a:r>
              <a:rPr lang="pt-BR" dirty="0"/>
              <a:t> Montagem</a:t>
            </a:r>
          </a:p>
          <a:p>
            <a:r>
              <a:rPr lang="pt-BR" dirty="0"/>
              <a:t>dos </a:t>
            </a:r>
            <a:r>
              <a:rPr lang="pt-BR" dirty="0" err="1"/>
              <a:t>Paineis</a:t>
            </a:r>
            <a:r>
              <a:rPr lang="pt-BR" dirty="0"/>
              <a:t> </a:t>
            </a:r>
            <a:r>
              <a:rPr lang="pt-BR" dirty="0" err="1"/>
              <a:t>Mũtaji</a:t>
            </a:r>
            <a:r>
              <a:rPr lang="pt-BR" dirty="0"/>
              <a:t> </a:t>
            </a:r>
            <a:r>
              <a:rPr lang="pt-BR" dirty="0" err="1"/>
              <a:t>painewa</a:t>
            </a:r>
            <a:r>
              <a:rPr lang="pt-BR" dirty="0"/>
              <a:t> </a:t>
            </a:r>
            <a:r>
              <a:rPr lang="pt-BR" dirty="0" err="1"/>
              <a:t>yara</a:t>
            </a:r>
            <a:r>
              <a:rPr lang="pt-BR" dirty="0"/>
              <a:t> Livia </a:t>
            </a:r>
            <a:r>
              <a:rPr lang="pt-BR" dirty="0" err="1"/>
              <a:t>Vigano</a:t>
            </a:r>
            <a:r>
              <a:rPr lang="pt-BR" dirty="0"/>
              <a:t> e Paula</a:t>
            </a:r>
          </a:p>
          <a:p>
            <a:r>
              <a:rPr lang="pt-BR" dirty="0"/>
              <a:t>Berbert Projeto de </a:t>
            </a:r>
            <a:r>
              <a:rPr lang="pt-BR" dirty="0" err="1"/>
              <a:t>Iluminacao</a:t>
            </a:r>
            <a:r>
              <a:rPr lang="pt-BR" dirty="0"/>
              <a:t> </a:t>
            </a:r>
            <a:r>
              <a:rPr lang="pt-BR" dirty="0" err="1"/>
              <a:t>Muc</a:t>
            </a:r>
            <a:r>
              <a:rPr lang="pt-BR" b="1" dirty="0" err="1"/>
              <a:t>ẽ</a:t>
            </a:r>
            <a:r>
              <a:rPr lang="pt-BR" dirty="0" err="1"/>
              <a:t>dicawa</a:t>
            </a:r>
            <a:r>
              <a:rPr lang="pt-BR" dirty="0"/>
              <a:t> </a:t>
            </a:r>
            <a:r>
              <a:rPr lang="pt-BR" dirty="0" err="1"/>
              <a:t>Puruyetu</a:t>
            </a:r>
            <a:endParaRPr lang="pt-BR" dirty="0"/>
          </a:p>
          <a:p>
            <a:r>
              <a:rPr lang="pt-BR" dirty="0"/>
              <a:t>Anna Turra Projeto </a:t>
            </a:r>
            <a:r>
              <a:rPr lang="pt-BR" dirty="0" err="1"/>
              <a:t>Eletrico</a:t>
            </a:r>
            <a:r>
              <a:rPr lang="pt-BR" dirty="0"/>
              <a:t> e Audiovisual </a:t>
            </a:r>
            <a:r>
              <a:rPr lang="pt-BR" dirty="0" err="1"/>
              <a:t>Puruyetu</a:t>
            </a:r>
            <a:r>
              <a:rPr lang="pt-BR" dirty="0"/>
              <a:t> </a:t>
            </a:r>
            <a:r>
              <a:rPr lang="pt-BR" dirty="0" err="1"/>
              <a:t>eletriku</a:t>
            </a:r>
            <a:endParaRPr lang="pt-BR" dirty="0"/>
          </a:p>
          <a:p>
            <a:r>
              <a:rPr lang="pt-BR" dirty="0" err="1"/>
              <a:t>acui</a:t>
            </a:r>
            <a:r>
              <a:rPr lang="pt-BR" dirty="0"/>
              <a:t> </a:t>
            </a:r>
            <a:r>
              <a:rPr lang="pt-BR" dirty="0" err="1"/>
              <a:t>C</a:t>
            </a:r>
            <a:r>
              <a:rPr lang="pt-BR" b="1" dirty="0" err="1"/>
              <a:t>ẽ</a:t>
            </a:r>
            <a:r>
              <a:rPr lang="pt-BR" dirty="0" err="1"/>
              <a:t>duwara-maagawawara</a:t>
            </a:r>
            <a:r>
              <a:rPr lang="pt-BR" dirty="0"/>
              <a:t> Rafael Segovia Projeto</a:t>
            </a:r>
          </a:p>
          <a:p>
            <a:r>
              <a:rPr lang="pt-BR" dirty="0"/>
              <a:t>de Acessibilidade </a:t>
            </a:r>
            <a:r>
              <a:rPr lang="pt-BR" dirty="0" err="1"/>
              <a:t>Acesibiricawa</a:t>
            </a:r>
            <a:r>
              <a:rPr lang="pt-BR" dirty="0"/>
              <a:t> </a:t>
            </a:r>
            <a:r>
              <a:rPr lang="pt-BR" dirty="0" err="1"/>
              <a:t>puruyetu</a:t>
            </a:r>
            <a:r>
              <a:rPr lang="pt-BR" dirty="0"/>
              <a:t> AKA Projetos</a:t>
            </a:r>
          </a:p>
          <a:p>
            <a:r>
              <a:rPr lang="pt-BR" dirty="0"/>
              <a:t>Culturais - Karen </a:t>
            </a:r>
            <a:r>
              <a:rPr lang="pt-BR" dirty="0" err="1"/>
              <a:t>Montija</a:t>
            </a:r>
            <a:r>
              <a:rPr lang="pt-BR" dirty="0"/>
              <a:t> </a:t>
            </a:r>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r>
              <a:rPr lang="pt-BR" dirty="0"/>
              <a:t>Equipe Educativa </a:t>
            </a:r>
            <a:r>
              <a:rPr lang="pt-BR" dirty="0" err="1"/>
              <a:t>Muatiricawa</a:t>
            </a:r>
            <a:endParaRPr lang="pt-BR" dirty="0"/>
          </a:p>
          <a:p>
            <a:r>
              <a:rPr lang="pt-BR" dirty="0" err="1"/>
              <a:t>Edukatiwo</a:t>
            </a:r>
            <a:r>
              <a:rPr lang="pt-BR" dirty="0"/>
              <a:t> Alda </a:t>
            </a:r>
            <a:r>
              <a:rPr lang="pt-BR" dirty="0" err="1"/>
              <a:t>Evelin</a:t>
            </a:r>
            <a:r>
              <a:rPr lang="pt-BR" dirty="0"/>
              <a:t> </a:t>
            </a:r>
            <a:r>
              <a:rPr lang="pt-BR" dirty="0" err="1"/>
              <a:t>Cansacao</a:t>
            </a:r>
            <a:r>
              <a:rPr lang="pt-BR" dirty="0"/>
              <a:t>, Beatriz Carvalho, Gabriella</a:t>
            </a:r>
          </a:p>
          <a:p>
            <a:r>
              <a:rPr lang="pt-BR" dirty="0"/>
              <a:t>Amelia Gomes, Iuri Garcia, Joao Pedro Silva, Juliana </a:t>
            </a:r>
            <a:r>
              <a:rPr lang="pt-BR" dirty="0" err="1"/>
              <a:t>Mograo</a:t>
            </a:r>
            <a:r>
              <a:rPr lang="pt-BR" dirty="0"/>
              <a:t>,</a:t>
            </a:r>
          </a:p>
          <a:p>
            <a:r>
              <a:rPr lang="pt-BR" dirty="0"/>
              <a:t>Leticia </a:t>
            </a:r>
            <a:r>
              <a:rPr lang="pt-BR" dirty="0" err="1"/>
              <a:t>Pavarina</a:t>
            </a:r>
            <a:r>
              <a:rPr lang="pt-BR" dirty="0"/>
              <a:t>, Victoria </a:t>
            </a:r>
            <a:r>
              <a:rPr lang="pt-BR" dirty="0" err="1"/>
              <a:t>Pelarin</a:t>
            </a:r>
            <a:r>
              <a:rPr lang="pt-BR" dirty="0"/>
              <a:t> </a:t>
            </a:r>
            <a:r>
              <a:rPr lang="pt-BR" dirty="0" err="1"/>
              <a:t>Supervisao</a:t>
            </a:r>
            <a:r>
              <a:rPr lang="pt-BR" dirty="0"/>
              <a:t> da Equipe</a:t>
            </a:r>
          </a:p>
          <a:p>
            <a:r>
              <a:rPr lang="pt-BR" dirty="0"/>
              <a:t>Educativa </a:t>
            </a:r>
            <a:r>
              <a:rPr lang="pt-BR" dirty="0" err="1"/>
              <a:t>Muatiricawa</a:t>
            </a:r>
            <a:r>
              <a:rPr lang="pt-BR" dirty="0"/>
              <a:t> </a:t>
            </a:r>
            <a:r>
              <a:rPr lang="pt-BR" dirty="0" err="1"/>
              <a:t>Edukaiwo</a:t>
            </a:r>
            <a:r>
              <a:rPr lang="pt-BR" dirty="0"/>
              <a:t> </a:t>
            </a:r>
            <a:r>
              <a:rPr lang="pt-BR" dirty="0" err="1"/>
              <a:t>Mumurikuacawa</a:t>
            </a:r>
            <a:r>
              <a:rPr lang="pt-BR" dirty="0"/>
              <a:t> Patricia</a:t>
            </a:r>
          </a:p>
          <a:p>
            <a:r>
              <a:rPr lang="pt-BR" dirty="0"/>
              <a:t>Carvalho </a:t>
            </a:r>
            <a:r>
              <a:rPr lang="pt-BR" dirty="0" err="1"/>
              <a:t>Coordenacao</a:t>
            </a:r>
            <a:r>
              <a:rPr lang="pt-BR" dirty="0"/>
              <a:t> </a:t>
            </a:r>
            <a:r>
              <a:rPr lang="pt-BR" dirty="0" err="1"/>
              <a:t>Pedagogica</a:t>
            </a:r>
            <a:r>
              <a:rPr lang="pt-BR" dirty="0"/>
              <a:t> </a:t>
            </a:r>
            <a:r>
              <a:rPr lang="pt-BR" dirty="0" err="1"/>
              <a:t>Kordenacau</a:t>
            </a:r>
            <a:r>
              <a:rPr lang="pt-BR" dirty="0"/>
              <a:t> </a:t>
            </a:r>
            <a:r>
              <a:rPr lang="pt-BR" dirty="0" err="1"/>
              <a:t>pedagujiku</a:t>
            </a:r>
            <a:endParaRPr lang="pt-BR" dirty="0"/>
          </a:p>
          <a:p>
            <a:r>
              <a:rPr lang="pt-BR" dirty="0"/>
              <a:t>Kelly Cristina Sanches Transporte de Obras </a:t>
            </a:r>
            <a:r>
              <a:rPr lang="pt-BR" dirty="0" err="1"/>
              <a:t>Murakicawa-eta</a:t>
            </a:r>
            <a:endParaRPr lang="pt-BR" dirty="0"/>
          </a:p>
          <a:p>
            <a:r>
              <a:rPr lang="pt-BR" dirty="0" err="1"/>
              <a:t>Racocawa</a:t>
            </a:r>
            <a:r>
              <a:rPr lang="pt-BR" dirty="0"/>
              <a:t> Millenium Fine </a:t>
            </a:r>
            <a:r>
              <a:rPr lang="pt-BR" dirty="0" err="1"/>
              <a:t>Arts</a:t>
            </a:r>
            <a:r>
              <a:rPr lang="pt-BR" dirty="0"/>
              <a:t> Agradecimentos da equipe</a:t>
            </a:r>
          </a:p>
          <a:p>
            <a:r>
              <a:rPr lang="pt-BR" dirty="0"/>
              <a:t>curatorial </a:t>
            </a:r>
            <a:r>
              <a:rPr lang="pt-BR" dirty="0" err="1"/>
              <a:t>Kuraturiawa</a:t>
            </a:r>
            <a:r>
              <a:rPr lang="pt-BR" dirty="0"/>
              <a:t> </a:t>
            </a:r>
            <a:r>
              <a:rPr lang="pt-BR" dirty="0" err="1"/>
              <a:t>muatiricawa</a:t>
            </a:r>
            <a:r>
              <a:rPr lang="pt-BR" dirty="0"/>
              <a:t> </a:t>
            </a:r>
            <a:r>
              <a:rPr lang="pt-BR" dirty="0" err="1"/>
              <a:t>kuekatucawa</a:t>
            </a:r>
            <a:r>
              <a:rPr lang="pt-BR" dirty="0"/>
              <a:t> Casa do</a:t>
            </a:r>
          </a:p>
          <a:p>
            <a:r>
              <a:rPr lang="pt-BR" dirty="0"/>
              <a:t>Povo, Fernanda Pitta Agradecimentos </a:t>
            </a:r>
            <a:r>
              <a:rPr lang="pt-BR" dirty="0" err="1"/>
              <a:t>Kuekatucawa</a:t>
            </a:r>
            <a:r>
              <a:rPr lang="pt-BR" dirty="0"/>
              <a:t> Aldeia</a:t>
            </a:r>
          </a:p>
          <a:p>
            <a:r>
              <a:rPr lang="pt-BR" dirty="0"/>
              <a:t>Icatu, Povo </a:t>
            </a:r>
            <a:r>
              <a:rPr lang="pt-BR" dirty="0" err="1"/>
              <a:t>Tupinamba</a:t>
            </a:r>
            <a:r>
              <a:rPr lang="pt-BR" dirty="0"/>
              <a:t> da Serra do Padeiro</a:t>
            </a:r>
            <a:endParaRPr lang="en-US" sz="4000" spc="-458" dirty="0">
              <a:solidFill>
                <a:srgbClr val="000000"/>
              </a:solidFill>
              <a:latin typeface="Archivo Black"/>
              <a:ea typeface="Archivo Black"/>
              <a:cs typeface="Archivo Black"/>
              <a:sym typeface="Archivo Black"/>
            </a:endParaRPr>
          </a:p>
        </p:txBody>
      </p:sp>
    </p:spTree>
    <p:extLst>
      <p:ext uri="{BB962C8B-B14F-4D97-AF65-F5344CB8AC3E}">
        <p14:creationId xmlns:p14="http://schemas.microsoft.com/office/powerpoint/2010/main" val="4056729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E48005">
                <a:alpha val="100000"/>
              </a:srgbClr>
            </a:gs>
            <a:gs pos="50000">
              <a:srgbClr val="8A3300">
                <a:alpha val="100000"/>
              </a:srgbClr>
            </a:gs>
            <a:gs pos="85000">
              <a:srgbClr val="14CC97">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487060" y="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7885470" y="6965576"/>
            <a:ext cx="9373830" cy="370917"/>
          </a:xfrm>
          <a:prstGeom prst="rect">
            <a:avLst/>
          </a:prstGeom>
        </p:spPr>
        <p:txBody>
          <a:bodyPr lIns="0" tIns="0" rIns="0" bIns="0" rtlCol="0" anchor="t">
            <a:spAutoFit/>
          </a:bodyPr>
          <a:lstStyle/>
          <a:p>
            <a:pPr marL="0" marR="0" lvl="0" indent="0" algn="r" defTabSz="914400" rtl="0" eaLnBrk="1" fontAlgn="auto" latinLnBrk="0" hangingPunct="1">
              <a:lnSpc>
                <a:spcPts val="2748"/>
              </a:lnSpc>
              <a:spcBef>
                <a:spcPct val="0"/>
              </a:spcBef>
              <a:spcAft>
                <a:spcPts val="0"/>
              </a:spcAft>
              <a:buClrTx/>
              <a:buSzTx/>
              <a:buFontTx/>
              <a:buNone/>
              <a:tabLst/>
              <a:defRPr/>
            </a:pPr>
            <a:r>
              <a:rPr kumimoji="0" lang="en-US" sz="2748" b="0" i="0" u="none" strike="noStrike" kern="1200" cap="none" spc="-217" normalizeH="0" baseline="0" noProof="0" dirty="0" err="1">
                <a:ln>
                  <a:noFill/>
                </a:ln>
                <a:solidFill>
                  <a:prstClr val="white"/>
                </a:solidFill>
                <a:effectLst/>
                <a:uLnTx/>
                <a:uFillTx/>
                <a:latin typeface="Garet" panose="020B0604020202020204" charset="0"/>
                <a:ea typeface="Archivo Black"/>
                <a:cs typeface="Archivo Black"/>
                <a:sym typeface="Archivo Black"/>
              </a:rPr>
              <a:t>Exposição</a:t>
            </a:r>
            <a:r>
              <a:rPr kumimoji="0" lang="en-US" sz="2748" b="0" i="0" u="none" strike="noStrike" kern="1200" cap="none" spc="-217" normalizeH="0" baseline="0" noProof="0" dirty="0">
                <a:ln>
                  <a:noFill/>
                </a:ln>
                <a:solidFill>
                  <a:prstClr val="white"/>
                </a:solidFill>
                <a:effectLst/>
                <a:uLnTx/>
                <a:uFillTx/>
                <a:latin typeface="Garet" panose="020B0604020202020204" charset="0"/>
                <a:ea typeface="Archivo Black"/>
                <a:cs typeface="Archivo Black"/>
                <a:sym typeface="Archivo Black"/>
              </a:rPr>
              <a:t> | </a:t>
            </a:r>
            <a:r>
              <a:rPr kumimoji="0" lang="en-US" sz="2748" b="0" i="0" u="none" strike="noStrike" kern="1200" cap="none" spc="-217" normalizeH="0" baseline="0" noProof="0" dirty="0" err="1">
                <a:ln>
                  <a:noFill/>
                </a:ln>
                <a:solidFill>
                  <a:prstClr val="white"/>
                </a:solidFill>
                <a:effectLst/>
                <a:uLnTx/>
                <a:uFillTx/>
                <a:latin typeface="Garet" panose="020B0604020202020204" charset="0"/>
                <a:ea typeface="Archivo Black"/>
                <a:cs typeface="Archivo Black"/>
                <a:sym typeface="Archivo Black"/>
              </a:rPr>
              <a:t>Sesc</a:t>
            </a:r>
            <a:r>
              <a:rPr kumimoji="0" lang="en-US" sz="2748" b="0" i="0" u="none" strike="noStrike" kern="1200" cap="none" spc="-217" normalizeH="0" baseline="0" noProof="0" dirty="0">
                <a:ln>
                  <a:noFill/>
                </a:ln>
                <a:solidFill>
                  <a:prstClr val="white"/>
                </a:solidFill>
                <a:effectLst/>
                <a:uLnTx/>
                <a:uFillTx/>
                <a:latin typeface="Garet" panose="020B0604020202020204" charset="0"/>
                <a:ea typeface="Archivo Black"/>
                <a:cs typeface="Archivo Black"/>
                <a:sym typeface="Archivo Black"/>
              </a:rPr>
              <a:t> Pompeia</a:t>
            </a:r>
          </a:p>
        </p:txBody>
      </p:sp>
      <p:sp>
        <p:nvSpPr>
          <p:cNvPr id="5" name="TextBox 5"/>
          <p:cNvSpPr txBox="1"/>
          <p:nvPr/>
        </p:nvSpPr>
        <p:spPr>
          <a:xfrm>
            <a:off x="1028700" y="8400997"/>
            <a:ext cx="4686300" cy="518732"/>
          </a:xfrm>
          <a:prstGeom prst="rect">
            <a:avLst/>
          </a:prstGeom>
        </p:spPr>
        <p:txBody>
          <a:bodyPr wrap="square" lIns="0" tIns="0" rIns="0" bIns="0" rtlCol="0" anchor="t">
            <a:spAutoFit/>
          </a:bodyPr>
          <a:lstStyle/>
          <a:p>
            <a:pPr marL="0" marR="0" lvl="0" indent="0" algn="l" defTabSz="914400" rtl="0" eaLnBrk="1" fontAlgn="auto" latinLnBrk="0" hangingPunct="1">
              <a:lnSpc>
                <a:spcPts val="1915"/>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B2B2B"/>
                </a:solidFill>
                <a:effectLst/>
                <a:uLnTx/>
                <a:uFillTx/>
                <a:latin typeface="Garet Bold"/>
                <a:ea typeface="Garet Bold"/>
                <a:cs typeface="Garet Bold"/>
                <a:sym typeface="Garet Bold"/>
              </a:rPr>
              <a:t>25 DE FEVEREIRO A </a:t>
            </a:r>
          </a:p>
          <a:p>
            <a:pPr marL="0" marR="0" lvl="0" indent="0" algn="l" defTabSz="914400" rtl="0" eaLnBrk="1" fontAlgn="auto" latinLnBrk="0" hangingPunct="1">
              <a:lnSpc>
                <a:spcPts val="1915"/>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2B2B2B"/>
                </a:solidFill>
                <a:effectLst/>
                <a:uLnTx/>
                <a:uFillTx/>
                <a:latin typeface="Garet Bold"/>
                <a:ea typeface="Garet Bold"/>
                <a:cs typeface="Garet Bold"/>
                <a:sym typeface="Garet Bold"/>
              </a:rPr>
              <a:t>02 DE NOVEMBRO DE 2025</a:t>
            </a: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marL="0" marR="0" lvl="0" indent="0" algn="r" defTabSz="914400" rtl="0" eaLnBrk="1" fontAlgn="auto" latinLnBrk="0" hangingPunct="1">
              <a:lnSpc>
                <a:spcPts val="2939"/>
              </a:lnSpc>
              <a:spcBef>
                <a:spcPct val="0"/>
              </a:spcBef>
              <a:spcAft>
                <a:spcPts val="0"/>
              </a:spcAft>
              <a:buClrTx/>
              <a:buSzTx/>
              <a:buFontTx/>
              <a:buNone/>
              <a:tabLst/>
              <a:defRPr/>
            </a:pPr>
            <a:r>
              <a:rPr kumimoji="0" lang="en-US" sz="2099" b="1" i="0" u="none" strike="noStrike" kern="1200" cap="none" spc="0" normalizeH="0" baseline="0" noProof="0" dirty="0" err="1">
                <a:ln>
                  <a:noFill/>
                </a:ln>
                <a:solidFill>
                  <a:prstClr val="white"/>
                </a:solidFill>
                <a:effectLst/>
                <a:uLnTx/>
                <a:uFillTx/>
                <a:latin typeface="Garet"/>
                <a:ea typeface="Garet"/>
                <a:cs typeface="Garet"/>
                <a:sym typeface="Garet"/>
              </a:rPr>
              <a:t>Relatório</a:t>
            </a:r>
            <a:r>
              <a:rPr kumimoji="0" lang="en-US" sz="2099" b="1" i="0" u="none" strike="noStrike" kern="1200" cap="none" spc="0" normalizeH="0" baseline="0" noProof="0" dirty="0">
                <a:ln>
                  <a:noFill/>
                </a:ln>
                <a:solidFill>
                  <a:prstClr val="white"/>
                </a:solidFill>
                <a:effectLst/>
                <a:uLnTx/>
                <a:uFillTx/>
                <a:latin typeface="Garet"/>
                <a:ea typeface="Garet"/>
                <a:cs typeface="Garet"/>
                <a:sym typeface="Garet"/>
              </a:rPr>
              <a:t> </a:t>
            </a:r>
            <a:r>
              <a:rPr kumimoji="0" lang="en-US" sz="2099" b="1" i="0" u="none" strike="noStrike" kern="1200" cap="none" spc="0" normalizeH="0" baseline="0" noProof="0" dirty="0" err="1">
                <a:ln>
                  <a:noFill/>
                </a:ln>
                <a:solidFill>
                  <a:prstClr val="white"/>
                </a:solidFill>
                <a:effectLst/>
                <a:uLnTx/>
                <a:uFillTx/>
                <a:latin typeface="Garet"/>
                <a:ea typeface="Garet"/>
                <a:cs typeface="Garet"/>
                <a:sym typeface="Garet"/>
              </a:rPr>
              <a:t>geral</a:t>
            </a:r>
            <a:r>
              <a:rPr kumimoji="0" lang="en-US" sz="2099" b="1" i="0" u="none" strike="noStrike" kern="1200" cap="none" spc="0" normalizeH="0" baseline="0" noProof="0" dirty="0">
                <a:ln>
                  <a:noFill/>
                </a:ln>
                <a:solidFill>
                  <a:prstClr val="white"/>
                </a:solidFill>
                <a:effectLst/>
                <a:uLnTx/>
                <a:uFillTx/>
                <a:latin typeface="Garet"/>
                <a:ea typeface="Garet"/>
                <a:cs typeface="Garet"/>
                <a:sym typeface="Garet"/>
              </a:rPr>
              <a:t> </a:t>
            </a:r>
          </a:p>
        </p:txBody>
      </p:sp>
      <p:sp>
        <p:nvSpPr>
          <p:cNvPr id="11" name="TextBox 11"/>
          <p:cNvSpPr txBox="1"/>
          <p:nvPr/>
        </p:nvSpPr>
        <p:spPr>
          <a:xfrm>
            <a:off x="5334000" y="2767344"/>
            <a:ext cx="11671099" cy="2894831"/>
          </a:xfrm>
          <a:prstGeom prst="rect">
            <a:avLst/>
          </a:prstGeom>
        </p:spPr>
        <p:txBody>
          <a:bodyPr wrap="square" lIns="0" tIns="0" rIns="0" bIns="0" rtlCol="0" anchor="t">
            <a:spAutoFit/>
          </a:bodyPr>
          <a:lstStyle/>
          <a:p>
            <a:pPr marL="0" marR="0" lvl="0" indent="0" algn="r" defTabSz="914400" rtl="0" eaLnBrk="1" fontAlgn="auto" latinLnBrk="0" hangingPunct="1">
              <a:lnSpc>
                <a:spcPts val="7211"/>
              </a:lnSpc>
              <a:spcBef>
                <a:spcPct val="0"/>
              </a:spcBef>
              <a:spcAft>
                <a:spcPts val="0"/>
              </a:spcAft>
              <a:buClrTx/>
              <a:buSzTx/>
              <a:buFontTx/>
              <a:buNone/>
              <a:tabLst/>
              <a:defRPr/>
            </a:pPr>
            <a:r>
              <a:rPr kumimoji="0" lang="pt-BR" sz="9245" b="0" i="0" u="none" strike="noStrike" kern="1200" cap="none" spc="-730" normalizeH="0" baseline="0" noProof="0" dirty="0">
                <a:ln>
                  <a:noFill/>
                </a:ln>
                <a:solidFill>
                  <a:prstClr val="white"/>
                </a:solidFill>
                <a:effectLst/>
                <a:uLnTx/>
                <a:uFillTx/>
                <a:latin typeface="Garet Bold" panose="020B0604020202020204" charset="0"/>
                <a:ea typeface="Archivo Black"/>
                <a:cs typeface="Archivo Black"/>
                <a:sym typeface="Archivo Black"/>
              </a:rPr>
              <a:t>Ofício: Barro: </a:t>
            </a:r>
          </a:p>
          <a:p>
            <a:pPr marL="0" marR="0" lvl="0" indent="0" algn="r" defTabSz="914400" rtl="0" eaLnBrk="1" fontAlgn="auto" latinLnBrk="0" hangingPunct="1">
              <a:lnSpc>
                <a:spcPts val="7211"/>
              </a:lnSpc>
              <a:spcBef>
                <a:spcPct val="0"/>
              </a:spcBef>
              <a:spcAft>
                <a:spcPts val="0"/>
              </a:spcAft>
              <a:buClrTx/>
              <a:buSzTx/>
              <a:buFontTx/>
              <a:buNone/>
              <a:tabLst/>
              <a:defRPr/>
            </a:pPr>
            <a:r>
              <a:rPr kumimoji="0" lang="pt-BR" sz="9245" b="0" i="0" u="none" strike="noStrike" kern="1200" cap="none" spc="-730" normalizeH="0" baseline="0" noProof="0" dirty="0" err="1">
                <a:ln>
                  <a:noFill/>
                </a:ln>
                <a:solidFill>
                  <a:prstClr val="white"/>
                </a:solidFill>
                <a:effectLst/>
                <a:uLnTx/>
                <a:uFillTx/>
                <a:latin typeface="Garet Bold" panose="020B0604020202020204" charset="0"/>
                <a:ea typeface="Archivo Black"/>
                <a:cs typeface="Archivo Black"/>
                <a:sym typeface="Archivo Black"/>
              </a:rPr>
              <a:t>Sallisa</a:t>
            </a:r>
            <a:r>
              <a:rPr kumimoji="0" lang="pt-BR" sz="9245" b="0" i="0" u="none" strike="noStrike" kern="1200" cap="none" spc="-730" normalizeH="0" baseline="0" noProof="0" dirty="0">
                <a:ln>
                  <a:noFill/>
                </a:ln>
                <a:solidFill>
                  <a:prstClr val="white"/>
                </a:solidFill>
                <a:effectLst/>
                <a:uLnTx/>
                <a:uFillTx/>
                <a:latin typeface="Garet Bold" panose="020B0604020202020204" charset="0"/>
                <a:ea typeface="Archivo Black"/>
                <a:cs typeface="Archivo Black"/>
                <a:sym typeface="Archivo Black"/>
              </a:rPr>
              <a:t> Rosa</a:t>
            </a:r>
            <a:r>
              <a:rPr kumimoji="0" lang="pt-BR" sz="9245" b="0" i="0" u="none" strike="noStrike" kern="1200" cap="none" spc="-730" normalizeH="0" baseline="0" noProof="0">
                <a:ln>
                  <a:noFill/>
                </a:ln>
                <a:solidFill>
                  <a:prstClr val="white"/>
                </a:solidFill>
                <a:effectLst/>
                <a:uLnTx/>
                <a:uFillTx/>
                <a:latin typeface="Garet Bold" panose="020B0604020202020204" charset="0"/>
                <a:ea typeface="Archivo Black"/>
                <a:cs typeface="Archivo Black"/>
                <a:sym typeface="Archivo Black"/>
              </a:rPr>
              <a:t>: </a:t>
            </a:r>
          </a:p>
          <a:p>
            <a:pPr marL="0" marR="0" lvl="0" indent="0" algn="r" defTabSz="914400" rtl="0" eaLnBrk="1" fontAlgn="auto" latinLnBrk="0" hangingPunct="1">
              <a:lnSpc>
                <a:spcPts val="7211"/>
              </a:lnSpc>
              <a:spcBef>
                <a:spcPct val="0"/>
              </a:spcBef>
              <a:spcAft>
                <a:spcPts val="0"/>
              </a:spcAft>
              <a:buClrTx/>
              <a:buSzTx/>
              <a:buFontTx/>
              <a:buNone/>
              <a:tabLst/>
              <a:defRPr/>
            </a:pPr>
            <a:r>
              <a:rPr kumimoji="0" lang="pt-BR" sz="9245" b="0" i="0" u="none" strike="noStrike" kern="1200" cap="none" spc="-730" normalizeH="0" baseline="0" noProof="0">
                <a:ln>
                  <a:noFill/>
                </a:ln>
                <a:solidFill>
                  <a:prstClr val="white"/>
                </a:solidFill>
                <a:effectLst/>
                <a:uLnTx/>
                <a:uFillTx/>
                <a:latin typeface="Garet Bold" panose="020B0604020202020204" charset="0"/>
                <a:ea typeface="Archivo Black"/>
                <a:cs typeface="Archivo Black"/>
                <a:sym typeface="Archivo Black"/>
              </a:rPr>
              <a:t>Eixo </a:t>
            </a:r>
            <a:r>
              <a:rPr kumimoji="0" lang="pt-BR" sz="9245" b="0" i="0" u="none" strike="noStrike" kern="1200" cap="none" spc="-730" normalizeH="0" baseline="0" noProof="0" dirty="0">
                <a:ln>
                  <a:noFill/>
                </a:ln>
                <a:solidFill>
                  <a:prstClr val="white"/>
                </a:solidFill>
                <a:effectLst/>
                <a:uLnTx/>
                <a:uFillTx/>
                <a:latin typeface="Garet Bold" panose="020B0604020202020204" charset="0"/>
                <a:ea typeface="Archivo Black"/>
                <a:cs typeface="Archivo Black"/>
                <a:sym typeface="Archivo Black"/>
              </a:rPr>
              <a:t>Terra</a:t>
            </a:r>
            <a:endParaRPr kumimoji="0" lang="en-US" sz="9245" b="0" i="0" u="none" strike="noStrike" kern="1200" cap="none" spc="-730" normalizeH="0" baseline="0" noProof="0" dirty="0">
              <a:ln>
                <a:noFill/>
              </a:ln>
              <a:solidFill>
                <a:prstClr val="white"/>
              </a:solidFill>
              <a:effectLst/>
              <a:uLnTx/>
              <a:uFillTx/>
              <a:latin typeface="Garet Bold" panose="020B0604020202020204" charset="0"/>
              <a:ea typeface="Archivo Black"/>
              <a:cs typeface="Archivo Black"/>
              <a:sym typeface="Archivo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p:cNvSpPr/>
          <p:nvPr/>
        </p:nvSpPr>
        <p:spPr>
          <a:xfrm rot="-10800000">
            <a:off x="11159450" y="-140976"/>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1028700" y="1557564"/>
            <a:ext cx="7279037" cy="781240"/>
          </a:xfrm>
          <a:prstGeom prst="rect">
            <a:avLst/>
          </a:prstGeom>
        </p:spPr>
        <p:txBody>
          <a:bodyPr lIns="0" tIns="0" rIns="0" bIns="0" rtlCol="0" anchor="t">
            <a:spAutoFit/>
          </a:bodyPr>
          <a:lstStyle/>
          <a:p>
            <a:pPr marL="0" marR="0" lvl="0" indent="0" algn="l" defTabSz="914400" rtl="0" eaLnBrk="1" fontAlgn="auto" latinLnBrk="0" hangingPunct="1">
              <a:lnSpc>
                <a:spcPts val="5808"/>
              </a:lnSpc>
              <a:spcBef>
                <a:spcPct val="0"/>
              </a:spcBef>
              <a:spcAft>
                <a:spcPts val="0"/>
              </a:spcAft>
              <a:buClrTx/>
              <a:buSzTx/>
              <a:buFontTx/>
              <a:buNone/>
              <a:tabLst/>
              <a:defRPr/>
            </a:pPr>
            <a:r>
              <a:rPr kumimoji="0" lang="en-US" sz="5808"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Destaques</a:t>
            </a:r>
            <a:endParaRPr kumimoji="0" lang="en-US" sz="5808"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endParaRPr>
          </a:p>
        </p:txBody>
      </p:sp>
      <p:sp>
        <p:nvSpPr>
          <p:cNvPr id="9" name="TextBox 9"/>
          <p:cNvSpPr txBox="1"/>
          <p:nvPr/>
        </p:nvSpPr>
        <p:spPr>
          <a:xfrm>
            <a:off x="916140" y="5506011"/>
            <a:ext cx="3929165" cy="650178"/>
          </a:xfrm>
          <a:prstGeom prst="rect">
            <a:avLst/>
          </a:prstGeom>
        </p:spPr>
        <p:txBody>
          <a:bodyPr lIns="0" tIns="0" rIns="0" bIns="0" rtlCol="0" anchor="t">
            <a:spAutoFit/>
          </a:bodyPr>
          <a:lstStyle/>
          <a:p>
            <a:pPr marL="0" marR="0" lvl="0" indent="0" algn="ctr" defTabSz="914400" rtl="0" eaLnBrk="1" fontAlgn="auto" latinLnBrk="0" hangingPunct="1">
              <a:lnSpc>
                <a:spcPts val="5032"/>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0000"/>
                </a:solidFill>
                <a:effectLst/>
                <a:uLnTx/>
                <a:uFillTx/>
                <a:latin typeface="Garet Bold"/>
                <a:ea typeface="Garet Bold"/>
                <a:cs typeface="Garet Bold"/>
                <a:sym typeface="Garet Bold"/>
              </a:rPr>
              <a:t>133.103</a:t>
            </a:r>
          </a:p>
        </p:txBody>
      </p:sp>
      <p:sp>
        <p:nvSpPr>
          <p:cNvPr id="10" name="TextBox 10"/>
          <p:cNvSpPr txBox="1"/>
          <p:nvPr/>
        </p:nvSpPr>
        <p:spPr>
          <a:xfrm>
            <a:off x="6495750" y="5506012"/>
            <a:ext cx="3929165" cy="650178"/>
          </a:xfrm>
          <a:prstGeom prst="rect">
            <a:avLst/>
          </a:prstGeom>
        </p:spPr>
        <p:txBody>
          <a:bodyPr lIns="0" tIns="0" rIns="0" bIns="0" rtlCol="0" anchor="t">
            <a:spAutoFit/>
          </a:bodyPr>
          <a:lstStyle/>
          <a:p>
            <a:pPr marL="0" marR="0" lvl="0" indent="0" algn="ctr" defTabSz="914400" rtl="0" eaLnBrk="1" fontAlgn="auto" latinLnBrk="0" hangingPunct="1">
              <a:lnSpc>
                <a:spcPts val="5032"/>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0000"/>
                </a:solidFill>
                <a:effectLst/>
                <a:uLnTx/>
                <a:uFillTx/>
                <a:latin typeface="Garet Bold"/>
                <a:ea typeface="Garet Bold"/>
                <a:cs typeface="Garet Bold"/>
                <a:sym typeface="Garet Bold"/>
              </a:rPr>
              <a:t>28.109</a:t>
            </a:r>
          </a:p>
        </p:txBody>
      </p:sp>
      <p:sp>
        <p:nvSpPr>
          <p:cNvPr id="11" name="TextBox 11"/>
          <p:cNvSpPr txBox="1"/>
          <p:nvPr/>
        </p:nvSpPr>
        <p:spPr>
          <a:xfrm>
            <a:off x="292055" y="6124228"/>
            <a:ext cx="5177335" cy="1050900"/>
          </a:xfrm>
          <a:prstGeom prst="rect">
            <a:avLst/>
          </a:prstGeom>
        </p:spPr>
        <p:txBody>
          <a:bodyPr lIns="0" tIns="0" rIns="0" bIns="0" rtlCol="0" anchor="t">
            <a:spAutoFit/>
          </a:bodyPr>
          <a:lstStyle/>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presenças</a:t>
            </a:r>
            <a:r>
              <a:rPr kumimoji="0" lang="en-US" sz="3068" b="0" i="0" u="none" strike="noStrike" kern="1200" cap="none" spc="0" normalizeH="0" baseline="0" noProof="0" dirty="0">
                <a:ln>
                  <a:noFill/>
                </a:ln>
                <a:solidFill>
                  <a:srgbClr val="000000"/>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em</a:t>
            </a:r>
            <a:r>
              <a:rPr kumimoji="0" lang="en-US" sz="3068" b="0" i="0" u="none" strike="noStrike" kern="1200" cap="none" spc="0" normalizeH="0" baseline="0" noProof="0" dirty="0">
                <a:ln>
                  <a:noFill/>
                </a:ln>
                <a:solidFill>
                  <a:srgbClr val="000000"/>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toda</a:t>
            </a:r>
            <a:r>
              <a:rPr kumimoji="0" lang="en-US" sz="3068" b="0" i="0" u="none" strike="noStrike" kern="1200" cap="none" spc="0" normalizeH="0" baseline="0" noProof="0" dirty="0">
                <a:ln>
                  <a:noFill/>
                </a:ln>
                <a:solidFill>
                  <a:srgbClr val="000000"/>
                </a:solidFill>
                <a:effectLst/>
                <a:uLnTx/>
                <a:uFillTx/>
                <a:latin typeface="Garet"/>
                <a:ea typeface="Garet"/>
                <a:cs typeface="Garet"/>
                <a:sym typeface="Garet"/>
              </a:rPr>
              <a:t> </a:t>
            </a:r>
          </a:p>
          <a:p>
            <a:pPr marL="0" marR="0" lvl="0" indent="0" algn="ctr" defTabSz="914400" rtl="0" eaLnBrk="1" fontAlgn="auto" latinLnBrk="0" hangingPunct="1">
              <a:lnSpc>
                <a:spcPts val="4295"/>
              </a:lnSpc>
              <a:spcBef>
                <a:spcPct val="0"/>
              </a:spcBef>
              <a:spcAft>
                <a:spcPts val="0"/>
              </a:spcAft>
              <a:buClrTx/>
              <a:buSzTx/>
              <a:buFontTx/>
              <a:buNone/>
              <a:tabLst/>
              <a:defRPr/>
            </a:pP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programação</a:t>
            </a:r>
            <a:endParaRPr kumimoji="0" lang="en-US" sz="3068" b="0" i="0" u="none" strike="noStrike" kern="1200" cap="none" spc="0" normalizeH="0" baseline="0" noProof="0" dirty="0">
              <a:ln>
                <a:noFill/>
              </a:ln>
              <a:solidFill>
                <a:srgbClr val="000000"/>
              </a:solidFill>
              <a:effectLst/>
              <a:uLnTx/>
              <a:uFillTx/>
              <a:latin typeface="Garet"/>
              <a:ea typeface="Garet"/>
              <a:cs typeface="Garet"/>
              <a:sym typeface="Garet"/>
            </a:endParaRPr>
          </a:p>
        </p:txBody>
      </p:sp>
      <p:sp>
        <p:nvSpPr>
          <p:cNvPr id="12" name="TextBox 12"/>
          <p:cNvSpPr txBox="1"/>
          <p:nvPr/>
        </p:nvSpPr>
        <p:spPr>
          <a:xfrm>
            <a:off x="5871665" y="6124228"/>
            <a:ext cx="5177335" cy="1083053"/>
          </a:xfrm>
          <a:prstGeom prst="rect">
            <a:avLst/>
          </a:prstGeom>
        </p:spPr>
        <p:txBody>
          <a:bodyPr lIns="0" tIns="0" rIns="0" bIns="0" rtlCol="0" anchor="t">
            <a:spAutoFit/>
          </a:bodyPr>
          <a:lstStyle/>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pessoas</a:t>
            </a:r>
            <a:r>
              <a:rPr kumimoji="0" lang="en-US" sz="3068" b="0" i="0" u="none" strike="noStrike" kern="1200" cap="none" spc="0" normalizeH="0" baseline="0" noProof="0">
                <a:ln>
                  <a:noFill/>
                </a:ln>
                <a:solidFill>
                  <a:srgbClr val="000000"/>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atendidas</a:t>
            </a:r>
            <a:r>
              <a:rPr kumimoji="0" lang="en-US" sz="3068" b="0" i="0" u="none" strike="noStrike" kern="1200" cap="none" spc="0" normalizeH="0" baseline="0" noProof="0">
                <a:ln>
                  <a:noFill/>
                </a:ln>
                <a:solidFill>
                  <a:srgbClr val="000000"/>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em</a:t>
            </a:r>
            <a:r>
              <a:rPr kumimoji="0" lang="en-US" sz="3068" b="0" i="0" u="none" strike="noStrike" kern="1200" cap="none" spc="0" normalizeH="0" baseline="0" noProof="0">
                <a:ln>
                  <a:noFill/>
                </a:ln>
                <a:solidFill>
                  <a:srgbClr val="000000"/>
                </a:solidFill>
                <a:effectLst/>
                <a:uLnTx/>
                <a:uFillTx/>
                <a:latin typeface="Garet"/>
                <a:ea typeface="Garet"/>
                <a:cs typeface="Garet"/>
                <a:sym typeface="Garet"/>
              </a:rPr>
              <a:t> </a:t>
            </a:r>
          </a:p>
          <a:p>
            <a:pPr marL="0" marR="0" lvl="0" indent="0" algn="ctr" defTabSz="914400" rtl="0" eaLnBrk="1" fontAlgn="auto" latinLnBrk="0" hangingPunct="1">
              <a:lnSpc>
                <a:spcPts val="4295"/>
              </a:lnSpc>
              <a:spcBef>
                <a:spcPct val="0"/>
              </a:spcBef>
              <a:spcAft>
                <a:spcPts val="0"/>
              </a:spcAft>
              <a:buClrTx/>
              <a:buSzTx/>
              <a:buFontTx/>
              <a:buNone/>
              <a:tabLst/>
              <a:defRPr/>
            </a:pP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visitas</a:t>
            </a:r>
            <a:r>
              <a:rPr kumimoji="0" lang="en-US" sz="3068" b="0" i="0" u="none" strike="noStrike" kern="1200" cap="none" spc="0" normalizeH="0" baseline="0" noProof="0">
                <a:ln>
                  <a:noFill/>
                </a:ln>
                <a:solidFill>
                  <a:srgbClr val="000000"/>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srgbClr val="000000"/>
                </a:solidFill>
                <a:effectLst/>
                <a:uLnTx/>
                <a:uFillTx/>
                <a:latin typeface="Garet"/>
                <a:ea typeface="Garet"/>
                <a:cs typeface="Garet"/>
                <a:sym typeface="Garet"/>
              </a:rPr>
              <a:t>mediadas</a:t>
            </a:r>
            <a:endParaRPr kumimoji="0" lang="en-US" sz="3068" b="0" i="0" u="none" strike="noStrike" kern="1200" cap="none" spc="0" normalizeH="0" baseline="0" noProof="0">
              <a:ln>
                <a:noFill/>
              </a:ln>
              <a:solidFill>
                <a:srgbClr val="000000"/>
              </a:solidFill>
              <a:effectLst/>
              <a:uLnTx/>
              <a:uFillTx/>
              <a:latin typeface="Garet"/>
              <a:ea typeface="Garet"/>
              <a:cs typeface="Garet"/>
              <a:sym typeface="Garet"/>
            </a:endParaRPr>
          </a:p>
        </p:txBody>
      </p:sp>
      <p:sp>
        <p:nvSpPr>
          <p:cNvPr id="13" name="TextBox 13"/>
          <p:cNvSpPr txBox="1"/>
          <p:nvPr/>
        </p:nvSpPr>
        <p:spPr>
          <a:xfrm>
            <a:off x="12680820" y="5537972"/>
            <a:ext cx="3929165" cy="650178"/>
          </a:xfrm>
          <a:prstGeom prst="rect">
            <a:avLst/>
          </a:prstGeom>
        </p:spPr>
        <p:txBody>
          <a:bodyPr lIns="0" tIns="0" rIns="0" bIns="0" rtlCol="0" anchor="t">
            <a:spAutoFit/>
          </a:bodyPr>
          <a:lstStyle/>
          <a:p>
            <a:pPr marL="0" marR="0" lvl="0" indent="0" algn="ctr" defTabSz="914400" rtl="0" eaLnBrk="1" fontAlgn="auto" latinLnBrk="0" hangingPunct="1">
              <a:lnSpc>
                <a:spcPts val="5032"/>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0000"/>
                </a:solidFill>
                <a:effectLst/>
                <a:uLnTx/>
                <a:uFillTx/>
                <a:latin typeface="Garet Bold"/>
                <a:ea typeface="Garet Bold"/>
                <a:cs typeface="Garet Bold"/>
                <a:sym typeface="Garet Bold"/>
              </a:rPr>
              <a:t>378</a:t>
            </a:r>
          </a:p>
        </p:txBody>
      </p:sp>
      <p:sp>
        <p:nvSpPr>
          <p:cNvPr id="14" name="TextBox 14"/>
          <p:cNvSpPr txBox="1"/>
          <p:nvPr/>
        </p:nvSpPr>
        <p:spPr>
          <a:xfrm>
            <a:off x="12056736" y="6156189"/>
            <a:ext cx="4870533" cy="1082348"/>
          </a:xfrm>
          <a:prstGeom prst="rect">
            <a:avLst/>
          </a:prstGeom>
        </p:spPr>
        <p:txBody>
          <a:bodyPr wrap="square" lIns="0" tIns="0" rIns="0" bIns="0" rtlCol="0" anchor="t">
            <a:spAutoFit/>
          </a:bodyPr>
          <a:lstStyle/>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3050" b="0" i="0" u="none" strike="noStrike" kern="1200" cap="none" spc="0" normalizeH="0" baseline="0" noProof="0" dirty="0" err="1">
                <a:ln>
                  <a:noFill/>
                </a:ln>
                <a:solidFill>
                  <a:srgbClr val="000000"/>
                </a:solidFill>
                <a:effectLst/>
                <a:uLnTx/>
                <a:uFillTx/>
                <a:latin typeface="Garet"/>
                <a:ea typeface="Garet"/>
                <a:cs typeface="Garet"/>
                <a:sym typeface="Garet"/>
              </a:rPr>
              <a:t>presenças</a:t>
            </a:r>
            <a:r>
              <a:rPr kumimoji="0" lang="en-US" sz="3050" b="0" i="0" u="none" strike="noStrike" kern="1200" cap="none" spc="0" normalizeH="0" baseline="0" noProof="0" dirty="0">
                <a:ln>
                  <a:noFill/>
                </a:ln>
                <a:solidFill>
                  <a:srgbClr val="000000"/>
                </a:solidFill>
                <a:effectLst/>
                <a:uLnTx/>
                <a:uFillTx/>
                <a:latin typeface="Garet"/>
                <a:ea typeface="Garet"/>
                <a:cs typeface="Garet"/>
                <a:sym typeface="Garet"/>
              </a:rPr>
              <a:t> </a:t>
            </a:r>
            <a:r>
              <a:rPr kumimoji="0" lang="en-US" sz="3050" b="0" i="0" u="none" strike="noStrike" kern="1200" cap="none" spc="0" normalizeH="0" baseline="0" noProof="0" dirty="0" err="1">
                <a:ln>
                  <a:noFill/>
                </a:ln>
                <a:solidFill>
                  <a:srgbClr val="000000"/>
                </a:solidFill>
                <a:effectLst/>
                <a:uLnTx/>
                <a:uFillTx/>
                <a:latin typeface="Garet"/>
                <a:ea typeface="Garet"/>
                <a:cs typeface="Garet"/>
                <a:sym typeface="Garet"/>
              </a:rPr>
              <a:t>em</a:t>
            </a:r>
            <a:r>
              <a:rPr kumimoji="0" lang="en-US" sz="3050" b="0" i="0" u="none" strike="noStrike" kern="1200" cap="none" spc="0" normalizeH="0" baseline="0" noProof="0" dirty="0">
                <a:ln>
                  <a:noFill/>
                </a:ln>
                <a:solidFill>
                  <a:srgbClr val="000000"/>
                </a:solidFill>
                <a:effectLst/>
                <a:uLnTx/>
                <a:uFillTx/>
                <a:latin typeface="Garet"/>
                <a:ea typeface="Garet"/>
                <a:cs typeface="Garet"/>
                <a:sym typeface="Garet"/>
              </a:rPr>
              <a:t> </a:t>
            </a:r>
            <a:r>
              <a:rPr kumimoji="0" lang="en-US" sz="3050" b="0" i="0" u="none" strike="noStrike" kern="1200" cap="none" spc="0" normalizeH="0" baseline="0" noProof="0" dirty="0" err="1">
                <a:ln>
                  <a:noFill/>
                </a:ln>
                <a:solidFill>
                  <a:srgbClr val="000000"/>
                </a:solidFill>
                <a:effectLst/>
                <a:uLnTx/>
                <a:uFillTx/>
                <a:latin typeface="Garet"/>
                <a:ea typeface="Garet"/>
                <a:cs typeface="Garet"/>
                <a:sym typeface="Garet"/>
              </a:rPr>
              <a:t>ações</a:t>
            </a:r>
            <a:r>
              <a:rPr kumimoji="0" lang="en-US" sz="3050" b="0" i="0" u="none" strike="noStrike" kern="1200" cap="none" spc="0" normalizeH="0" baseline="0" noProof="0" dirty="0">
                <a:ln>
                  <a:noFill/>
                </a:ln>
                <a:solidFill>
                  <a:srgbClr val="000000"/>
                </a:solidFill>
                <a:effectLst/>
                <a:uLnTx/>
                <a:uFillTx/>
                <a:latin typeface="Garet"/>
                <a:ea typeface="Garet"/>
                <a:cs typeface="Garet"/>
                <a:sym typeface="Garet"/>
              </a:rPr>
              <a:t> de </a:t>
            </a:r>
            <a:r>
              <a:rPr kumimoji="0" lang="en-US" sz="3050" b="0" i="0" u="none" strike="noStrike" kern="1200" cap="none" spc="0" normalizeH="0" baseline="0" noProof="0" dirty="0" err="1">
                <a:ln>
                  <a:noFill/>
                </a:ln>
                <a:solidFill>
                  <a:srgbClr val="000000"/>
                </a:solidFill>
                <a:effectLst/>
                <a:uLnTx/>
                <a:uFillTx/>
                <a:latin typeface="Garet"/>
                <a:ea typeface="Garet"/>
                <a:cs typeface="Garet"/>
                <a:sym typeface="Garet"/>
              </a:rPr>
              <a:t>programação</a:t>
            </a:r>
            <a:r>
              <a:rPr kumimoji="0" lang="en-US" sz="3050" b="0" i="0" u="none" strike="noStrike" kern="1200" cap="none" spc="0" normalizeH="0" baseline="0" noProof="0" dirty="0">
                <a:ln>
                  <a:noFill/>
                </a:ln>
                <a:solidFill>
                  <a:srgbClr val="000000"/>
                </a:solidFill>
                <a:effectLst/>
                <a:uLnTx/>
                <a:uFillTx/>
                <a:latin typeface="Garet"/>
                <a:ea typeface="Garet"/>
                <a:cs typeface="Garet"/>
                <a:sym typeface="Garet"/>
              </a:rPr>
              <a:t> </a:t>
            </a:r>
            <a:r>
              <a:rPr kumimoji="0" lang="en-US" sz="3050" b="0" i="0" u="none" strike="noStrike" kern="1200" cap="none" spc="0" normalizeH="0" baseline="0" noProof="0" dirty="0" err="1">
                <a:ln>
                  <a:noFill/>
                </a:ln>
                <a:solidFill>
                  <a:srgbClr val="000000"/>
                </a:solidFill>
                <a:effectLst/>
                <a:uLnTx/>
                <a:uFillTx/>
                <a:latin typeface="Garet"/>
                <a:ea typeface="Garet"/>
                <a:cs typeface="Garet"/>
                <a:sym typeface="Garet"/>
              </a:rPr>
              <a:t>integrada</a:t>
            </a:r>
            <a:endParaRPr kumimoji="0" lang="en-US" sz="3050" b="0" i="0" u="none" strike="noStrike" kern="1200" cap="none" spc="0" normalizeH="0" baseline="0" noProof="0" dirty="0">
              <a:ln>
                <a:noFill/>
              </a:ln>
              <a:solidFill>
                <a:srgbClr val="000000"/>
              </a:solidFill>
              <a:effectLst/>
              <a:uLnTx/>
              <a:uFillTx/>
              <a:latin typeface="Garet"/>
              <a:ea typeface="Garet"/>
              <a:cs typeface="Garet"/>
              <a:sym typeface="Gare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reeform 9"/>
          <p:cNvSpPr/>
          <p:nvPr/>
        </p:nvSpPr>
        <p:spPr>
          <a:xfrm>
            <a:off x="13456423" y="1883102"/>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10"/>
          <p:cNvSpPr txBox="1"/>
          <p:nvPr/>
        </p:nvSpPr>
        <p:spPr>
          <a:xfrm>
            <a:off x="11100751" y="3060654"/>
            <a:ext cx="6158549" cy="1519129"/>
          </a:xfrm>
          <a:prstGeom prst="rect">
            <a:avLst/>
          </a:prstGeom>
        </p:spPr>
        <p:txBody>
          <a:bodyPr lIns="0" tIns="0" rIns="0" bIns="0" rtlCol="0" anchor="t">
            <a:spAutoFit/>
          </a:bodyPr>
          <a:lstStyle/>
          <a:p>
            <a:pPr marL="0" marR="0" lvl="0" indent="0" algn="r" defTabSz="914400" rtl="0" eaLnBrk="1" fontAlgn="auto" latinLnBrk="0" hangingPunct="1">
              <a:lnSpc>
                <a:spcPts val="5808"/>
              </a:lnSpc>
              <a:spcBef>
                <a:spcPts val="0"/>
              </a:spcBef>
              <a:spcAft>
                <a:spcPts val="0"/>
              </a:spcAft>
              <a:buClrTx/>
              <a:buSzTx/>
              <a:buFontTx/>
              <a:buNone/>
              <a:tabLst/>
              <a:defRPr/>
            </a:pPr>
            <a:r>
              <a:rPr kumimoji="0" lang="pt-BR" sz="5808"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p>
          <a:p>
            <a:pPr marL="0" marR="0" lvl="0" indent="0" algn="r" defTabSz="914400" rtl="0" eaLnBrk="1" fontAlgn="auto" latinLnBrk="0" hangingPunct="1">
              <a:lnSpc>
                <a:spcPts val="5808"/>
              </a:lnSpc>
              <a:spcBef>
                <a:spcPct val="0"/>
              </a:spcBef>
              <a:spcAft>
                <a:spcPts val="0"/>
              </a:spcAft>
              <a:buClrTx/>
              <a:buSzTx/>
              <a:buFontTx/>
              <a:buNone/>
              <a:tabLst/>
              <a:defRPr/>
            </a:pPr>
            <a:r>
              <a:rPr kumimoji="0" lang="pt-BR" sz="5808"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presenças</a:t>
            </a:r>
          </a:p>
        </p:txBody>
      </p:sp>
      <p:sp>
        <p:nvSpPr>
          <p:cNvPr id="3" name="TextBox 13">
            <a:extLst>
              <a:ext uri="{FF2B5EF4-FFF2-40B4-BE49-F238E27FC236}">
                <a16:creationId xmlns:a16="http://schemas.microsoft.com/office/drawing/2014/main" id="{0F950054-21F1-2A9E-E636-B2A0D382AD3F}"/>
              </a:ext>
            </a:extLst>
          </p:cNvPr>
          <p:cNvSpPr txBox="1"/>
          <p:nvPr/>
        </p:nvSpPr>
        <p:spPr>
          <a:xfrm>
            <a:off x="1022838" y="3330572"/>
            <a:ext cx="4530613" cy="3046988"/>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6600" b="1" i="0" u="none" strike="noStrike" kern="1200" cap="none" spc="0" normalizeH="0" baseline="0" noProof="0" dirty="0">
                <a:ln>
                  <a:noFill/>
                </a:ln>
                <a:solidFill>
                  <a:srgbClr val="000000"/>
                </a:solidFill>
                <a:effectLst/>
                <a:uLnTx/>
                <a:uFillTx/>
                <a:latin typeface="Garet Bold" panose="020B0604020202020204" charset="0"/>
                <a:ea typeface="Garet"/>
                <a:cs typeface="Garet"/>
                <a:sym typeface="Garet"/>
              </a:rPr>
              <a:t>133.103</a:t>
            </a:r>
            <a:r>
              <a:rPr kumimoji="0" lang="pt-BR" sz="6600" b="1" i="0" u="none" strike="noStrike" kern="1200" cap="none" spc="0" normalizeH="0" baseline="0" noProof="0" dirty="0">
                <a:ln>
                  <a:noFill/>
                </a:ln>
                <a:solidFill>
                  <a:srgbClr val="000000"/>
                </a:solidFill>
                <a:effectLst/>
                <a:uLnTx/>
                <a:uFillTx/>
                <a:latin typeface="Garet" panose="020B0604020202020204" charset="0"/>
                <a:ea typeface="Garet"/>
                <a:cs typeface="Garet"/>
                <a:sym typeface="Garet"/>
              </a:rPr>
              <a:t> </a:t>
            </a:r>
            <a:r>
              <a:rPr kumimoji="0" lang="pt-BR" sz="4400" b="0" i="0" u="none" strike="noStrike" kern="1200" cap="none" spc="0" normalizeH="0" baseline="0" noProof="0" dirty="0">
                <a:ln>
                  <a:noFill/>
                </a:ln>
                <a:solidFill>
                  <a:srgbClr val="000000"/>
                </a:solidFill>
                <a:effectLst/>
                <a:uLnTx/>
                <a:uFillTx/>
                <a:latin typeface="Garet" panose="020B0604020202020204" charset="0"/>
                <a:ea typeface="Garet"/>
                <a:cs typeface="Garet"/>
                <a:sym typeface="Garet"/>
              </a:rPr>
              <a:t>presenças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4400" b="0" i="0" u="none" strike="noStrike" kern="1200" cap="none" spc="0" normalizeH="0" baseline="0" noProof="0" dirty="0">
                <a:ln>
                  <a:noFill/>
                </a:ln>
                <a:solidFill>
                  <a:srgbClr val="000000"/>
                </a:solidFill>
                <a:effectLst/>
                <a:uLnTx/>
                <a:uFillTx/>
                <a:latin typeface="Garet" panose="020B0604020202020204" charset="0"/>
                <a:ea typeface="Garet Bold"/>
                <a:cs typeface="Garet Bold"/>
                <a:sym typeface="Garet Bold"/>
              </a:rPr>
              <a:t>EXPOSIÇÃO</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a:ln>
                  <a:noFill/>
                </a:ln>
                <a:solidFill>
                  <a:srgbClr val="000000"/>
                </a:solidFill>
                <a:effectLst/>
                <a:uLnTx/>
                <a:uFillTx/>
                <a:latin typeface="Garet" panose="020B0604020202020204" charset="0"/>
                <a:ea typeface="Garet"/>
                <a:cs typeface="Garet"/>
                <a:sym typeface="Garet"/>
              </a:rPr>
              <a:t>1 ação</a:t>
            </a:r>
          </a:p>
        </p:txBody>
      </p:sp>
      <p:sp>
        <p:nvSpPr>
          <p:cNvPr id="6" name="TextBox 12">
            <a:extLst>
              <a:ext uri="{FF2B5EF4-FFF2-40B4-BE49-F238E27FC236}">
                <a16:creationId xmlns:a16="http://schemas.microsoft.com/office/drawing/2014/main" id="{F07F23C8-A2E4-F6C1-89A8-0BA16761324B}"/>
              </a:ext>
            </a:extLst>
          </p:cNvPr>
          <p:cNvSpPr txBox="1"/>
          <p:nvPr/>
        </p:nvSpPr>
        <p:spPr>
          <a:xfrm>
            <a:off x="1" y="8857018"/>
            <a:ext cx="18288000" cy="492443"/>
          </a:xfrm>
          <a:prstGeom prst="rect">
            <a:avLst/>
          </a:prstGeom>
          <a:solidFill>
            <a:schemeClr val="accent2"/>
          </a:solid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3200" b="0" i="0" u="none" strike="noStrike" kern="1200" cap="none" spc="0" normalizeH="0" baseline="0" noProof="0" dirty="0">
                <a:ln>
                  <a:noFill/>
                </a:ln>
                <a:solidFill>
                  <a:prstClr val="white"/>
                </a:solidFill>
                <a:effectLst/>
                <a:uLnTx/>
                <a:uFillTx/>
                <a:latin typeface="Garet Bold" panose="020B0604020202020204" charset="0"/>
                <a:ea typeface="Garet Bold"/>
                <a:cs typeface="Garet Bold"/>
                <a:sym typeface="Garet Bold"/>
              </a:rPr>
              <a:t>212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858000" y="2682959"/>
            <a:ext cx="5876551" cy="4342214"/>
          </a:xfrm>
          <a:prstGeom prst="rect">
            <a:avLst/>
          </a:prstGeom>
        </p:spPr>
        <p:txBody>
          <a:bodyPr wrap="square" lIns="0" tIns="0" rIns="0" bIns="0" rtlCol="0" anchor="t">
            <a:spAutoFit/>
          </a:bodyPr>
          <a:lstStyle/>
          <a:p>
            <a:pPr marL="0" marR="0" lvl="0" indent="0" algn="ctr" defTabSz="914400" rtl="0" eaLnBrk="1" fontAlgn="auto" latinLnBrk="0" hangingPunct="1">
              <a:lnSpc>
                <a:spcPts val="2794"/>
              </a:lnSpc>
              <a:spcBef>
                <a:spcPts val="0"/>
              </a:spcBef>
              <a:spcAft>
                <a:spcPts val="0"/>
              </a:spcAft>
              <a:buClrTx/>
              <a:buSzTx/>
              <a:buFontTx/>
              <a:buNone/>
              <a:tabLst/>
              <a:defRPr/>
            </a:pPr>
            <a:endParaRPr kumimoji="0" lang="pt-BR" sz="3200" b="0" i="0" u="none" strike="noStrike" kern="1200" cap="none" spc="0" normalizeH="0" baseline="0" noProof="0" dirty="0">
              <a:ln>
                <a:noFill/>
              </a:ln>
              <a:solidFill>
                <a:srgbClr val="000000"/>
              </a:solidFill>
              <a:effectLst/>
              <a:uLnTx/>
              <a:uFillTx/>
              <a:latin typeface="Garet"/>
              <a:ea typeface="Garet Bold"/>
              <a:cs typeface="Garet Bold"/>
              <a:sym typeface="Garet Bold"/>
            </a:endParaRPr>
          </a:p>
          <a:p>
            <a:pPr marL="0" marR="0" lvl="0" indent="0" algn="ctr" defTabSz="914400" rtl="0" eaLnBrk="1" fontAlgn="auto" latinLnBrk="0" hangingPunct="1">
              <a:lnSpc>
                <a:spcPts val="2794"/>
              </a:lnSpc>
              <a:spcBef>
                <a:spcPts val="0"/>
              </a:spcBef>
              <a:spcAft>
                <a:spcPts val="0"/>
              </a:spcAft>
              <a:buClrTx/>
              <a:buSzTx/>
              <a:buFontTx/>
              <a:buNone/>
              <a:tabLst/>
              <a:defRPr/>
            </a:pPr>
            <a:endParaRPr kumimoji="0" lang="pt-BR" sz="3200" b="0" i="0" u="none" strike="noStrike" kern="1200" cap="none" spc="0" normalizeH="0" baseline="0" noProof="0" dirty="0">
              <a:ln>
                <a:noFill/>
              </a:ln>
              <a:solidFill>
                <a:srgbClr val="000000"/>
              </a:solidFill>
              <a:effectLst/>
              <a:uLnTx/>
              <a:uFillTx/>
              <a:latin typeface="Garet"/>
              <a:ea typeface="Garet Bold"/>
              <a:cs typeface="Garet Bold"/>
              <a:sym typeface="Garet Bold"/>
            </a:endParaRPr>
          </a:p>
          <a:p>
            <a:pPr marL="0" marR="0" lvl="0" indent="0" algn="ctr" defTabSz="914400" rtl="0" eaLnBrk="1" fontAlgn="auto" latinLnBrk="0" hangingPunct="1">
              <a:lnSpc>
                <a:spcPts val="2794"/>
              </a:lnSpc>
              <a:spcBef>
                <a:spcPts val="0"/>
              </a:spcBef>
              <a:spcAft>
                <a:spcPts val="0"/>
              </a:spcAft>
              <a:buClrTx/>
              <a:buSzTx/>
              <a:buFontTx/>
              <a:buNone/>
              <a:tabLst/>
              <a:defRPr/>
            </a:pPr>
            <a:r>
              <a:rPr kumimoji="0" lang="pt-BR" sz="4800" b="1" i="0" u="none" strike="noStrike" kern="1200" cap="none" spc="0" normalizeH="0" baseline="0" noProof="0" dirty="0">
                <a:ln>
                  <a:noFill/>
                </a:ln>
                <a:solidFill>
                  <a:srgbClr val="000000"/>
                </a:solidFill>
                <a:effectLst/>
                <a:uLnTx/>
                <a:uFillTx/>
                <a:latin typeface="Garet Bold" panose="020B0604020202020204" charset="0"/>
                <a:ea typeface="Garet Bold"/>
                <a:cs typeface="Garet Bold"/>
                <a:sym typeface="Garet Bold"/>
              </a:rPr>
              <a:t>140 </a:t>
            </a:r>
          </a:p>
          <a:p>
            <a:pPr marL="0" marR="0" lvl="0" indent="0" algn="ctr" defTabSz="914400" rtl="0" eaLnBrk="1" fontAlgn="auto" latinLnBrk="0" hangingPunct="1">
              <a:lnSpc>
                <a:spcPts val="2794"/>
              </a:lnSpc>
              <a:spcBef>
                <a:spcPts val="0"/>
              </a:spcBef>
              <a:spcAft>
                <a:spcPts val="0"/>
              </a:spcAft>
              <a:buClrTx/>
              <a:buSzTx/>
              <a:buFontTx/>
              <a:buNone/>
              <a:tabLst/>
              <a:defRPr/>
            </a:pPr>
            <a:r>
              <a:rPr kumimoji="0" lang="pt-BR" sz="3200" b="0" i="0" u="none" strike="noStrike" kern="1200" cap="none" spc="0" normalizeH="0" baseline="0" noProof="0" dirty="0">
                <a:ln>
                  <a:noFill/>
                </a:ln>
                <a:solidFill>
                  <a:srgbClr val="000000"/>
                </a:solidFill>
                <a:effectLst/>
                <a:uLnTx/>
                <a:uFillTx/>
                <a:latin typeface="Garet"/>
                <a:ea typeface="Garet Bold"/>
                <a:cs typeface="Garet Bold"/>
                <a:sym typeface="Garet Bold"/>
              </a:rPr>
              <a:t>Ônibus solicitados para escolas da rede pública de toda a cidade</a:t>
            </a:r>
            <a:endParaRPr kumimoji="0" lang="pt-BR" sz="3200" b="0" i="0" u="none" strike="noStrike" kern="1200" cap="none" spc="0" normalizeH="0" baseline="0" noProof="0" dirty="0">
              <a:ln>
                <a:noFill/>
              </a:ln>
              <a:solidFill>
                <a:srgbClr val="000000"/>
              </a:solidFill>
              <a:effectLst/>
              <a:uLnTx/>
              <a:uFillTx/>
              <a:latin typeface="Garet" panose="020B0604020202020204" charset="0"/>
              <a:ea typeface="Garet Bold"/>
              <a:cs typeface="Garet Bold"/>
              <a:sym typeface="Garet Bold"/>
            </a:endParaRPr>
          </a:p>
          <a:p>
            <a:pPr marL="0" marR="0" lvl="0" indent="0" algn="ctr" defTabSz="914400" rtl="0" eaLnBrk="1" fontAlgn="auto" latinLnBrk="0" hangingPunct="1">
              <a:lnSpc>
                <a:spcPts val="2794"/>
              </a:lnSpc>
              <a:spcBef>
                <a:spcPts val="0"/>
              </a:spcBef>
              <a:spcAft>
                <a:spcPts val="0"/>
              </a:spcAft>
              <a:buClrTx/>
              <a:buSzTx/>
              <a:buFontTx/>
              <a:buNone/>
              <a:tabLst/>
              <a:defRPr/>
            </a:pPr>
            <a:endParaRPr kumimoji="0" lang="pt-BR" sz="3200" b="0" i="0" u="none" strike="noStrike" kern="1200" cap="none" spc="0" normalizeH="0" baseline="0" noProof="0" dirty="0">
              <a:ln>
                <a:noFill/>
              </a:ln>
              <a:solidFill>
                <a:srgbClr val="000000"/>
              </a:solidFill>
              <a:effectLst/>
              <a:uLnTx/>
              <a:uFillTx/>
              <a:latin typeface="Garet" panose="020B0604020202020204" charset="0"/>
              <a:ea typeface="Garet Bold"/>
              <a:cs typeface="Garet Bold"/>
              <a:sym typeface="Garet Bold"/>
            </a:endParaRPr>
          </a:p>
          <a:p>
            <a:pPr marL="0" marR="0" lvl="0" indent="0" algn="ctr" defTabSz="914400" rtl="0" eaLnBrk="1" fontAlgn="auto" latinLnBrk="0" hangingPunct="1">
              <a:lnSpc>
                <a:spcPts val="2794"/>
              </a:lnSpc>
              <a:spcBef>
                <a:spcPts val="0"/>
              </a:spcBef>
              <a:spcAft>
                <a:spcPts val="0"/>
              </a:spcAft>
              <a:buClrTx/>
              <a:buSzTx/>
              <a:buFontTx/>
              <a:buNone/>
              <a:tabLst/>
              <a:defRPr/>
            </a:pPr>
            <a:endParaRPr kumimoji="0" lang="pt-BR" sz="4800" b="0" i="0" u="none" strike="noStrike" kern="1200" cap="none" spc="0" normalizeH="0" baseline="0" noProof="0" dirty="0">
              <a:ln>
                <a:noFill/>
              </a:ln>
              <a:solidFill>
                <a:srgbClr val="000000"/>
              </a:solidFill>
              <a:effectLst/>
              <a:uLnTx/>
              <a:uFillTx/>
              <a:latin typeface="Garet Bold"/>
              <a:ea typeface="Garet Bold"/>
              <a:cs typeface="Garet Bold"/>
              <a:sym typeface="Garet Bold"/>
            </a:endParaRPr>
          </a:p>
          <a:p>
            <a:pPr marL="0" marR="0" lvl="0" indent="0" algn="ctr" defTabSz="914400" rtl="0" eaLnBrk="1" fontAlgn="auto" latinLnBrk="0" hangingPunct="1">
              <a:lnSpc>
                <a:spcPts val="2794"/>
              </a:lnSpc>
              <a:spcBef>
                <a:spcPts val="0"/>
              </a:spcBef>
              <a:spcAft>
                <a:spcPts val="0"/>
              </a:spcAft>
              <a:buClrTx/>
              <a:buSzTx/>
              <a:buFontTx/>
              <a:buNone/>
              <a:tabLst/>
              <a:defRPr/>
            </a:pPr>
            <a:r>
              <a:rPr kumimoji="0" lang="pt-BR" sz="4800" b="0" i="0" u="none" strike="noStrike" kern="1200" cap="none" spc="0" normalizeH="0" baseline="0" noProof="0" dirty="0">
                <a:ln>
                  <a:noFill/>
                </a:ln>
                <a:solidFill>
                  <a:srgbClr val="000000"/>
                </a:solidFill>
                <a:effectLst/>
                <a:uLnTx/>
                <a:uFillTx/>
                <a:latin typeface="Garet Bold"/>
                <a:ea typeface="+mn-ea"/>
                <a:cs typeface="+mn-cs"/>
                <a:sym typeface="Garet Bold"/>
              </a:rPr>
              <a:t>6.071</a:t>
            </a: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ts val="2794"/>
              </a:lnSpc>
              <a:spcBef>
                <a:spcPts val="0"/>
              </a:spcBef>
              <a:spcAft>
                <a:spcPts val="0"/>
              </a:spcAft>
              <a:buClrTx/>
              <a:buSzTx/>
              <a:buFontTx/>
              <a:buNone/>
              <a:tabLst/>
              <a:defRPr/>
            </a:pPr>
            <a:r>
              <a:rPr kumimoji="0" lang="pt-BR" sz="3200" b="0" i="0" u="none" strike="noStrike" kern="1200" cap="none" spc="0" normalizeH="0" baseline="0" noProof="0" dirty="0">
                <a:ln>
                  <a:noFill/>
                </a:ln>
                <a:solidFill>
                  <a:srgbClr val="000000"/>
                </a:solidFill>
                <a:effectLst/>
                <a:uLnTx/>
                <a:uFillTx/>
                <a:latin typeface="Garet" panose="020B0604020202020204" charset="0"/>
                <a:ea typeface="Garet Bold"/>
                <a:cs typeface="Garet Bold"/>
                <a:sym typeface="Garet Bold"/>
              </a:rPr>
              <a:t>Estudantes impactados diretamente</a:t>
            </a:r>
          </a:p>
          <a:p>
            <a:pPr marL="0" marR="0" lvl="0" indent="0" algn="ctr" defTabSz="914400" rtl="0" eaLnBrk="1" fontAlgn="auto" latinLnBrk="0" hangingPunct="1">
              <a:lnSpc>
                <a:spcPts val="2794"/>
              </a:lnSpc>
              <a:spcBef>
                <a:spcPts val="0"/>
              </a:spcBef>
              <a:spcAft>
                <a:spcPts val="0"/>
              </a:spcAft>
              <a:buClrTx/>
              <a:buSzTx/>
              <a:buFontTx/>
              <a:buNone/>
              <a:tabLst/>
              <a:defRPr/>
            </a:pPr>
            <a:endParaRPr kumimoji="0" lang="pt-BR" sz="3200" b="0" i="0" u="none" strike="noStrike" kern="1200" cap="none" spc="0" normalizeH="0" baseline="0" noProof="0" dirty="0">
              <a:ln>
                <a:noFill/>
              </a:ln>
              <a:solidFill>
                <a:srgbClr val="000000"/>
              </a:solidFill>
              <a:effectLst/>
              <a:uLnTx/>
              <a:uFillTx/>
              <a:latin typeface="Garet Bold"/>
              <a:ea typeface="Garet Bold"/>
              <a:cs typeface="Garet Bold"/>
              <a:sym typeface="Garet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60F951-6CE8-7AE0-9C08-6D6757B253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225AABD2-EDAE-7537-7126-2BF789A60CEB}"/>
              </a:ext>
            </a:extLst>
          </p:cNvPr>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68CD3464-5DA2-508B-D356-76A61FE7B2A8}"/>
              </a:ext>
            </a:extLst>
          </p:cNvPr>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11">
            <a:extLst>
              <a:ext uri="{FF2B5EF4-FFF2-40B4-BE49-F238E27FC236}">
                <a16:creationId xmlns:a16="http://schemas.microsoft.com/office/drawing/2014/main" id="{2469874A-1C6A-2C88-74AC-9DD75A0FC754}"/>
              </a:ext>
            </a:extLst>
          </p:cNvPr>
          <p:cNvSpPr txBox="1"/>
          <p:nvPr/>
        </p:nvSpPr>
        <p:spPr>
          <a:xfrm>
            <a:off x="1295400" y="6124228"/>
            <a:ext cx="6172200" cy="598241"/>
          </a:xfrm>
          <a:prstGeom prst="rect">
            <a:avLst/>
          </a:prstGeom>
        </p:spPr>
        <p:txBody>
          <a:bodyPr wrap="square" lIns="0" tIns="0" rIns="0" bIns="0" rtlCol="0" anchor="t">
            <a:spAutoFit/>
          </a:bodyPr>
          <a:lstStyle/>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4800" b="0" i="0" u="none" strike="noStrike" kern="1200" cap="none" spc="-458" normalizeH="0" baseline="0" noProof="0" dirty="0">
                <a:ln>
                  <a:noFill/>
                </a:ln>
                <a:solidFill>
                  <a:prstClr val="white"/>
                </a:solidFill>
                <a:effectLst/>
                <a:uLnTx/>
                <a:uFillTx/>
                <a:latin typeface="Garet Bold" panose="020B0604020202020204" charset="0"/>
                <a:ea typeface="Archivo Black"/>
                <a:cs typeface="Archivo Black"/>
                <a:sym typeface="Archivo Black"/>
              </a:rPr>
              <a:t>Equipe </a:t>
            </a:r>
            <a:r>
              <a:rPr kumimoji="0" lang="en-US" sz="4800" b="0" i="0" u="none" strike="noStrike" kern="1200" cap="none" spc="-458" normalizeH="0" baseline="0" noProof="0" dirty="0" err="1">
                <a:ln>
                  <a:noFill/>
                </a:ln>
                <a:solidFill>
                  <a:prstClr val="white"/>
                </a:solidFill>
                <a:effectLst/>
                <a:uLnTx/>
                <a:uFillTx/>
                <a:latin typeface="Garet Bold" panose="020B0604020202020204" charset="0"/>
                <a:ea typeface="Archivo Black"/>
                <a:cs typeface="Archivo Black"/>
                <a:sym typeface="Archivo Black"/>
              </a:rPr>
              <a:t>Educativa</a:t>
            </a:r>
            <a:endParaRPr kumimoji="0" lang="en-US" sz="4800" b="0" i="0" u="none" strike="noStrike" kern="1200" cap="none" spc="-458" normalizeH="0" baseline="0" noProof="0" dirty="0">
              <a:ln>
                <a:noFill/>
              </a:ln>
              <a:solidFill>
                <a:prstClr val="white"/>
              </a:solidFill>
              <a:effectLst/>
              <a:uLnTx/>
              <a:uFillTx/>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nvGraphicFramePr>
        <p:xfrm>
          <a:off x="8978012" y="5143500"/>
          <a:ext cx="9125542" cy="3077700"/>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21300">
                <a:tc>
                  <a:txBody>
                    <a:bodyPr/>
                    <a:lstStyle/>
                    <a:p>
                      <a:pPr algn="ctr">
                        <a:lnSpc>
                          <a:spcPts val="2799"/>
                        </a:lnSpc>
                        <a:defRPr/>
                      </a:pP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76300">
                <a:tc>
                  <a:txBody>
                    <a:bodyPr/>
                    <a:lstStyle/>
                    <a:p>
                      <a:pPr algn="l">
                        <a:lnSpc>
                          <a:spcPts val="2799"/>
                        </a:lnSpc>
                        <a:defRPr/>
                      </a:pPr>
                      <a:r>
                        <a:rPr lang="en-US" sz="1999" b="1" dirty="0">
                          <a:solidFill>
                            <a:srgbClr val="000000"/>
                          </a:solidFill>
                          <a:latin typeface="Garet Bold"/>
                          <a:ea typeface="Garet Bold"/>
                          <a:cs typeface="Garet Bold"/>
                          <a:sym typeface="Garet Bold"/>
                        </a:rPr>
                        <a:t>Equipe</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dirty="0">
                          <a:solidFill>
                            <a:srgbClr val="000000"/>
                          </a:solidFill>
                          <a:latin typeface="Garet"/>
                          <a:ea typeface="Garet"/>
                          <a:cs typeface="Garet"/>
                          <a:sym typeface="Garet"/>
                        </a:rPr>
                        <a:t>02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II - </a:t>
                      </a:r>
                      <a:r>
                        <a:rPr lang="en-US" sz="1999" dirty="0" err="1">
                          <a:solidFill>
                            <a:srgbClr val="000000"/>
                          </a:solidFill>
                          <a:latin typeface="Garet"/>
                          <a:ea typeface="Garet"/>
                          <a:cs typeface="Garet"/>
                          <a:sym typeface="Garet"/>
                        </a:rPr>
                        <a:t>Supervisores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06 </a:t>
                      </a:r>
                      <a:r>
                        <a:rPr lang="en-US" sz="1999" dirty="0" err="1">
                          <a:solidFill>
                            <a:srgbClr val="000000"/>
                          </a:solidFill>
                          <a:latin typeface="Garet"/>
                          <a:ea typeface="Garet"/>
                          <a:cs typeface="Garet"/>
                          <a:sym typeface="Garet"/>
                        </a:rPr>
                        <a:t>Estagiários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sym typeface="Garet"/>
                        </a:rPr>
                        <a:t>01 Auxiliar de </a:t>
                      </a:r>
                      <a:r>
                        <a:rPr lang="en-US" sz="1999" dirty="0" err="1">
                          <a:solidFill>
                            <a:srgbClr val="000000"/>
                          </a:solidFill>
                          <a:latin typeface="Garet"/>
                          <a:sym typeface="Garet"/>
                        </a:rPr>
                        <a:t>Atendimento</a:t>
                      </a: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l">
                        <a:lnSpc>
                          <a:spcPts val="2799"/>
                        </a:lnSpc>
                        <a:defRPr/>
                      </a:pPr>
                      <a:r>
                        <a:rPr lang="en-US" sz="2000" b="1" dirty="0" err="1">
                          <a:solidFill>
                            <a:srgbClr val="000000"/>
                          </a:solidFill>
                          <a:latin typeface="Garet Bold"/>
                          <a:ea typeface="Garet Bold"/>
                          <a:cs typeface="Garet Bold"/>
                          <a:sym typeface="Garet Bold"/>
                        </a:rPr>
                        <a:t>Formação</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dirty="0" err="1">
                          <a:solidFill>
                            <a:srgbClr val="000000"/>
                          </a:solidFill>
                          <a:latin typeface="Garet"/>
                          <a:ea typeface="+mn-ea"/>
                          <a:cs typeface="+mn-cs"/>
                        </a:rPr>
                        <a:t>Presencial</a:t>
                      </a:r>
                      <a:r>
                        <a:rPr lang="en-US" sz="1999" kern="1200" dirty="0">
                          <a:solidFill>
                            <a:srgbClr val="000000"/>
                          </a:solidFill>
                          <a:latin typeface="Garet"/>
                          <a:ea typeface="+mn-ea"/>
                          <a:cs typeface="+mn-cs"/>
                        </a:rPr>
                        <a:t> – 10 </a:t>
                      </a:r>
                      <a:r>
                        <a:rPr lang="en-US" sz="1999" kern="1200" dirty="0" err="1">
                          <a:solidFill>
                            <a:srgbClr val="000000"/>
                          </a:solidFill>
                          <a:latin typeface="Garet"/>
                          <a:ea typeface="+mn-ea"/>
                          <a:cs typeface="+mn-cs"/>
                        </a:rPr>
                        <a:t>dias</a:t>
                      </a:r>
                      <a:r>
                        <a:rPr lang="en-US" sz="1999" kern="1200" dirty="0">
                          <a:solidFill>
                            <a:srgbClr val="000000"/>
                          </a:solidFill>
                          <a:latin typeface="Garet"/>
                          <a:ea typeface="+mn-ea"/>
                          <a:cs typeface="+mn-cs"/>
                        </a:rPr>
                        <a:t> – 50h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2" name="TextBox 12"/>
          <p:cNvSpPr txBox="1"/>
          <p:nvPr/>
        </p:nvSpPr>
        <p:spPr>
          <a:xfrm>
            <a:off x="9372600" y="1600906"/>
            <a:ext cx="6780409" cy="2277547"/>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000000"/>
                </a:solidFill>
                <a:effectLst/>
                <a:uLnTx/>
                <a:uFillTx/>
                <a:latin typeface="Garet Bold"/>
                <a:ea typeface="Garet Bold"/>
                <a:cs typeface="Garet Bold"/>
                <a:sym typeface="Garet Bold"/>
              </a:rPr>
              <a:t>28.109</a:t>
            </a:r>
            <a:r>
              <a:rPr kumimoji="0" lang="en-US" sz="6000" b="1" i="0" u="none" strike="noStrike" kern="1200" cap="none" spc="0" normalizeH="0" baseline="0" noProof="0" dirty="0">
                <a:ln>
                  <a:noFill/>
                </a:ln>
                <a:solidFill>
                  <a:srgbClr val="000000"/>
                </a:solidFill>
                <a:effectLst/>
                <a:uLnTx/>
                <a:uFillTx/>
                <a:latin typeface="Garet" panose="020B0604020202020204" charset="0"/>
                <a:ea typeface="Garet"/>
                <a:cs typeface="Garet"/>
                <a:sym typeface="Gare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err="1">
                <a:ln>
                  <a:noFill/>
                </a:ln>
                <a:solidFill>
                  <a:srgbClr val="000000"/>
                </a:solidFill>
                <a:effectLst/>
                <a:uLnTx/>
                <a:uFillTx/>
                <a:latin typeface="Garet" panose="020B0604020202020204" charset="0"/>
                <a:ea typeface="Garet"/>
                <a:cs typeface="Garet"/>
                <a:sym typeface="Garet"/>
              </a:rPr>
              <a:t>presenças</a:t>
            </a:r>
            <a:endParaRPr kumimoji="0" lang="en-US" sz="4400" b="0" i="0" u="none" strike="noStrike" kern="1200" cap="none" spc="0" normalizeH="0" baseline="0" noProof="0" dirty="0">
              <a:ln>
                <a:noFill/>
              </a:ln>
              <a:solidFill>
                <a:srgbClr val="000000"/>
              </a:solidFill>
              <a:effectLst/>
              <a:uLnTx/>
              <a:uFillTx/>
              <a:latin typeface="Garet" panose="020B0604020202020204" charset="0"/>
              <a:ea typeface="Garet"/>
              <a:cs typeface="Garet"/>
              <a:sym typeface="Gare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00000"/>
                </a:solidFill>
                <a:effectLst/>
                <a:uLnTx/>
                <a:uFillTx/>
                <a:latin typeface="Garet" panose="020B0604020202020204" charset="0"/>
                <a:ea typeface="Garet Bold"/>
                <a:cs typeface="Garet Bold"/>
                <a:sym typeface="Garet Bold"/>
              </a:rPr>
              <a:t>VISITAS MEDIADAS</a:t>
            </a:r>
          </a:p>
        </p:txBody>
      </p:sp>
    </p:spTree>
    <p:extLst>
      <p:ext uri="{BB962C8B-B14F-4D97-AF65-F5344CB8AC3E}">
        <p14:creationId xmlns:p14="http://schemas.microsoft.com/office/powerpoint/2010/main" val="3186398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1447800" y="870351"/>
            <a:ext cx="14782800" cy="728917"/>
          </a:xfrm>
          <a:prstGeom prst="rect">
            <a:avLst/>
          </a:prstGeom>
        </p:spPr>
        <p:txBody>
          <a:bodyPr wrap="square" lIns="0" tIns="0" rIns="0" bIns="0" rtlCol="0" anchor="t">
            <a:spAutoFit/>
          </a:bodyPr>
          <a:lstStyle/>
          <a:p>
            <a:pPr marL="0" marR="0" lvl="0" indent="0" algn="l" defTabSz="914400" rtl="0" eaLnBrk="1" fontAlgn="auto" latinLnBrk="0" hangingPunct="1">
              <a:lnSpc>
                <a:spcPts val="5808"/>
              </a:lnSpc>
              <a:spcBef>
                <a:spcPts val="0"/>
              </a:spcBef>
              <a:spcAft>
                <a:spcPts val="0"/>
              </a:spcAft>
              <a:buClrTx/>
              <a:buSzTx/>
              <a:buFontTx/>
              <a:buNone/>
              <a:tabLst/>
              <a:defRPr/>
            </a:pPr>
            <a:r>
              <a:rPr kumimoji="0" lang="en-US" sz="4400"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Visitas</a:t>
            </a:r>
            <a:r>
              <a:rPr kumimoji="0" lang="en-US" sz="4400"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mediadas</a:t>
            </a:r>
            <a:r>
              <a:rPr kumimoji="0" lang="en-US" sz="4400"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ao</a:t>
            </a:r>
            <a:r>
              <a:rPr kumimoji="0" lang="en-US" sz="4400"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longo</a:t>
            </a:r>
            <a:r>
              <a:rPr kumimoji="0" lang="en-US" sz="4400"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 da </a:t>
            </a:r>
            <a:r>
              <a:rPr kumimoji="0" lang="en-US" sz="4400" b="0"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exposição</a:t>
            </a:r>
            <a:endParaRPr kumimoji="0" lang="en-US" sz="4400"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CFEC77CF-962E-5A9D-DB93-3865E191326B}"/>
              </a:ext>
            </a:extLst>
          </p:cNvPr>
          <p:cNvGraphicFramePr/>
          <p:nvPr/>
        </p:nvGraphicFramePr>
        <p:xfrm>
          <a:off x="457200" y="1923519"/>
          <a:ext cx="17449800" cy="66489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D9A-13DA-E312-80E5-E7518DB313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38F53-2EF6-AB5C-DAF0-6E627F5436E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690C5D4F-5ACA-526A-D62D-39F4624561C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a:extLst>
              <a:ext uri="{FF2B5EF4-FFF2-40B4-BE49-F238E27FC236}">
                <a16:creationId xmlns:a16="http://schemas.microsoft.com/office/drawing/2014/main" id="{50EB9079-C093-BF2C-DEB9-59978D2A5B57}"/>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0A95DBF5-E5B4-A834-351A-BE5A38901568}"/>
              </a:ext>
            </a:extLst>
          </p:cNvPr>
          <p:cNvSpPr txBox="1"/>
          <p:nvPr/>
        </p:nvSpPr>
        <p:spPr>
          <a:xfrm>
            <a:off x="1447800" y="870351"/>
            <a:ext cx="14782800" cy="728917"/>
          </a:xfrm>
          <a:prstGeom prst="rect">
            <a:avLst/>
          </a:prstGeom>
        </p:spPr>
        <p:txBody>
          <a:bodyPr wrap="square" lIns="0" tIns="0" rIns="0" bIns="0" rtlCol="0" anchor="t">
            <a:spAutoFit/>
          </a:bodyPr>
          <a:lstStyle/>
          <a:p>
            <a:pPr marL="0" marR="0" lvl="0" indent="0" algn="l" defTabSz="914400" rtl="0" eaLnBrk="1" fontAlgn="auto" latinLnBrk="0" hangingPunct="1">
              <a:lnSpc>
                <a:spcPts val="5808"/>
              </a:lnSpc>
              <a:spcBef>
                <a:spcPts val="0"/>
              </a:spcBef>
              <a:spcAft>
                <a:spcPts val="0"/>
              </a:spcAft>
              <a:buClrTx/>
              <a:buSzTx/>
              <a:buFontTx/>
              <a:buNone/>
              <a:tabLst/>
              <a:defRPr/>
            </a:pPr>
            <a:r>
              <a:rPr kumimoji="0" lang="en-US" sz="4400"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ações</a:t>
            </a:r>
            <a:r>
              <a:rPr kumimoji="0" lang="en-US" sz="4400"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integradas</a:t>
            </a:r>
            <a:r>
              <a:rPr kumimoji="0" lang="en-US" sz="4400"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da </a:t>
            </a:r>
            <a:r>
              <a:rPr kumimoji="0" lang="en-US" sz="4400"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exposição</a:t>
            </a:r>
            <a:r>
              <a:rPr kumimoji="0" lang="en-US" sz="4400"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ao</a:t>
            </a:r>
            <a:r>
              <a:rPr kumimoji="0" lang="en-US" sz="4400"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r>
              <a:rPr kumimoji="0" lang="en-US" sz="4400"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longo</a:t>
            </a:r>
            <a:r>
              <a:rPr kumimoji="0" lang="en-US" sz="4400"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dos meses</a:t>
            </a:r>
          </a:p>
        </p:txBody>
      </p:sp>
      <p:graphicFrame>
        <p:nvGraphicFramePr>
          <p:cNvPr id="12" name="Gráfico 11">
            <a:extLst>
              <a:ext uri="{FF2B5EF4-FFF2-40B4-BE49-F238E27FC236}">
                <a16:creationId xmlns:a16="http://schemas.microsoft.com/office/drawing/2014/main" id="{FC25CF46-1209-BF52-6AD9-9F5C28DD0E54}"/>
              </a:ext>
            </a:extLst>
          </p:cNvPr>
          <p:cNvGraphicFramePr/>
          <p:nvPr/>
        </p:nvGraphicFramePr>
        <p:xfrm>
          <a:off x="1447800" y="1923519"/>
          <a:ext cx="15811500" cy="6629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99920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3" name="Table 3"/>
          <p:cNvGraphicFramePr>
            <a:graphicFrameLocks noGrp="1"/>
          </p:cNvGraphicFramePr>
          <p:nvPr/>
        </p:nvGraphicFramePr>
        <p:xfrm>
          <a:off x="9447524" y="1450250"/>
          <a:ext cx="7811857" cy="2463900"/>
        </p:xfrm>
        <a:graphic>
          <a:graphicData uri="http://schemas.openxmlformats.org/drawingml/2006/table">
            <a:tbl>
              <a:tblPr/>
              <a:tblGrid>
                <a:gridCol w="4311097">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43360">
                  <a:extLst>
                    <a:ext uri="{9D8B030D-6E8A-4147-A177-3AD203B41FA5}">
                      <a16:colId xmlns:a16="http://schemas.microsoft.com/office/drawing/2014/main" val="20002"/>
                    </a:ext>
                  </a:extLst>
                </a:gridCol>
              </a:tblGrid>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presenças</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chemeClr val="tx1">
                              <a:lumMod val="50000"/>
                              <a:lumOff val="50000"/>
                            </a:schemeClr>
                          </a:solidFill>
                          <a:latin typeface="Garet Bold" panose="020B0604020202020204" charset="0"/>
                          <a:ea typeface="Garet"/>
                          <a:cs typeface="Garet"/>
                          <a:sym typeface="Garet"/>
                        </a:rPr>
                        <a:t>ações</a:t>
                      </a:r>
                      <a:endParaRPr lang="en-US" sz="110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Oficinas</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ea typeface="Garet"/>
                          <a:cs typeface="Garet"/>
                          <a:sym typeface="Garet"/>
                        </a:rPr>
                        <a:t>104</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dirty="0">
                          <a:solidFill>
                            <a:schemeClr val="tx1">
                              <a:lumMod val="50000"/>
                              <a:lumOff val="50000"/>
                            </a:schemeClr>
                          </a:solidFill>
                          <a:latin typeface="Garet Bold" panose="020B0604020202020204" charset="0"/>
                        </a:rPr>
                        <a:t>5</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ctr">
                        <a:lnSpc>
                          <a:spcPts val="2799"/>
                        </a:lnSpc>
                        <a:defRPr/>
                      </a:pPr>
                      <a:r>
                        <a:rPr lang="en-US" sz="1999" b="1" dirty="0">
                          <a:solidFill>
                            <a:srgbClr val="000000"/>
                          </a:solidFill>
                          <a:latin typeface="Garet Bold" panose="020B0604020202020204" charset="0"/>
                          <a:sym typeface="Garet Bold"/>
                        </a:rPr>
                        <a:t>Visita </a:t>
                      </a:r>
                      <a:r>
                        <a:rPr lang="en-US" sz="1999" b="1" dirty="0" err="1">
                          <a:solidFill>
                            <a:srgbClr val="000000"/>
                          </a:solidFill>
                          <a:latin typeface="Garet Bold" panose="020B0604020202020204" charset="0"/>
                          <a:sym typeface="Garet Bold"/>
                        </a:rPr>
                        <a:t>Mediada</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sym typeface="Garet"/>
                        </a:rPr>
                        <a:t>274</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chemeClr val="tx1">
                              <a:lumMod val="50000"/>
                              <a:lumOff val="50000"/>
                            </a:schemeClr>
                          </a:solidFill>
                          <a:latin typeface="Garet Bold" panose="020B0604020202020204" charset="0"/>
                        </a:rPr>
                        <a:t>1</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 name="Freeform 4"/>
          <p:cNvSpPr/>
          <p:nvPr/>
        </p:nvSpPr>
        <p:spPr>
          <a:xfrm>
            <a:off x="-732038" y="1638678"/>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11">
            <a:extLst>
              <a:ext uri="{FF2B5EF4-FFF2-40B4-BE49-F238E27FC236}">
                <a16:creationId xmlns:a16="http://schemas.microsoft.com/office/drawing/2014/main" id="{79A31098-639A-3778-D1DB-C199CAD3F36C}"/>
              </a:ext>
            </a:extLst>
          </p:cNvPr>
          <p:cNvSpPr txBox="1"/>
          <p:nvPr/>
        </p:nvSpPr>
        <p:spPr>
          <a:xfrm>
            <a:off x="1295400" y="6124228"/>
            <a:ext cx="6172200" cy="1634486"/>
          </a:xfrm>
          <a:prstGeom prst="rect">
            <a:avLst/>
          </a:prstGeom>
        </p:spPr>
        <p:txBody>
          <a:bodyPr wrap="square" lIns="0" tIns="0" rIns="0" bIns="0" rtlCol="0" anchor="t">
            <a:spAutoFit/>
          </a:bodyPr>
          <a:lstStyle/>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Garet Bold" panose="020B0604020202020204" charset="0"/>
                <a:ea typeface="Garet"/>
                <a:cs typeface="Garet"/>
                <a:sym typeface="Garet"/>
              </a:rPr>
              <a:t>378</a:t>
            </a:r>
            <a:r>
              <a:rPr kumimoji="0" lang="en-US" sz="6000" b="0" i="0" u="none" strike="noStrike" kern="1200" cap="none" spc="0" normalizeH="0" baseline="0" noProof="0" dirty="0">
                <a:ln>
                  <a:noFill/>
                </a:ln>
                <a:solidFill>
                  <a:prstClr val="white"/>
                </a:solidFill>
                <a:effectLst/>
                <a:uLnTx/>
                <a:uFillTx/>
                <a:latin typeface="Garet Bold" panose="020B0604020202020204" charset="0"/>
                <a:ea typeface="Garet"/>
                <a:cs typeface="Garet"/>
                <a:sym typeface="Garet"/>
              </a:rPr>
              <a:t> </a:t>
            </a:r>
          </a:p>
          <a:p>
            <a:pPr marL="0" marR="0" lvl="0" indent="0" algn="ctr" defTabSz="914400" rtl="0" eaLnBrk="1" fontAlgn="auto" latinLnBrk="0" hangingPunct="1">
              <a:lnSpc>
                <a:spcPts val="4295"/>
              </a:lnSpc>
              <a:spcBef>
                <a:spcPts val="0"/>
              </a:spcBef>
              <a:spcAft>
                <a:spcPts val="0"/>
              </a:spcAft>
              <a:buClrTx/>
              <a:buSzTx/>
              <a:buFontTx/>
              <a:buNone/>
              <a:tabLst/>
              <a:defRPr/>
            </a:pPr>
            <a:r>
              <a:rPr kumimoji="0" lang="en-US" sz="3068" b="0" i="0" u="none" strike="noStrike" kern="1200" cap="none" spc="0" normalizeH="0" baseline="0" noProof="0" dirty="0" err="1">
                <a:ln>
                  <a:noFill/>
                </a:ln>
                <a:solidFill>
                  <a:prstClr val="white"/>
                </a:solidFill>
                <a:effectLst/>
                <a:uLnTx/>
                <a:uFillTx/>
                <a:latin typeface="Garet"/>
                <a:ea typeface="Garet"/>
                <a:cs typeface="Garet"/>
                <a:sym typeface="Garet"/>
              </a:rPr>
              <a:t>presenças</a:t>
            </a:r>
            <a:r>
              <a:rPr kumimoji="0" lang="en-US" sz="3068" b="0" i="0" u="none" strike="noStrike" kern="1200" cap="none" spc="0" normalizeH="0" baseline="0" noProof="0" dirty="0">
                <a:ln>
                  <a:noFill/>
                </a:ln>
                <a:solidFill>
                  <a:prstClr val="white"/>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prstClr val="white"/>
                </a:solidFill>
                <a:effectLst/>
                <a:uLnTx/>
                <a:uFillTx/>
                <a:latin typeface="Garet"/>
                <a:ea typeface="Garet"/>
                <a:cs typeface="Garet"/>
                <a:sym typeface="Garet"/>
              </a:rPr>
              <a:t>em</a:t>
            </a:r>
            <a:r>
              <a:rPr kumimoji="0" lang="en-US" sz="3068" b="0" i="0" u="none" strike="noStrike" kern="1200" cap="none" spc="0" normalizeH="0" baseline="0" noProof="0" dirty="0">
                <a:ln>
                  <a:noFill/>
                </a:ln>
                <a:solidFill>
                  <a:prstClr val="white"/>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prstClr val="white"/>
                </a:solidFill>
                <a:effectLst/>
                <a:uLnTx/>
                <a:uFillTx/>
                <a:latin typeface="Garet"/>
                <a:ea typeface="Garet"/>
                <a:cs typeface="Garet"/>
                <a:sym typeface="Garet"/>
              </a:rPr>
              <a:t>ações</a:t>
            </a:r>
            <a:r>
              <a:rPr kumimoji="0" lang="en-US" sz="3068" b="0" i="0" u="none" strike="noStrike" kern="1200" cap="none" spc="0" normalizeH="0" baseline="0" noProof="0" dirty="0">
                <a:ln>
                  <a:noFill/>
                </a:ln>
                <a:solidFill>
                  <a:prstClr val="white"/>
                </a:solidFill>
                <a:effectLst/>
                <a:uLnTx/>
                <a:uFillTx/>
                <a:latin typeface="Garet"/>
                <a:ea typeface="Garet"/>
                <a:cs typeface="Garet"/>
                <a:sym typeface="Garet"/>
              </a:rPr>
              <a:t> </a:t>
            </a:r>
            <a:r>
              <a:rPr kumimoji="0" lang="en-US" sz="3068" b="0" i="0" u="none" strike="noStrike" kern="1200" cap="none" spc="0" normalizeH="0" baseline="0" noProof="0" dirty="0" err="1">
                <a:ln>
                  <a:noFill/>
                </a:ln>
                <a:solidFill>
                  <a:prstClr val="white"/>
                </a:solidFill>
                <a:effectLst/>
                <a:uLnTx/>
                <a:uFillTx/>
                <a:latin typeface="Garet"/>
                <a:ea typeface="Garet"/>
                <a:cs typeface="Garet"/>
                <a:sym typeface="Garet"/>
              </a:rPr>
              <a:t>integradas</a:t>
            </a:r>
            <a:r>
              <a:rPr kumimoji="0" lang="en-US" sz="3068" b="0" i="0" u="none" strike="noStrike" kern="1200" cap="none" spc="0" normalizeH="0" baseline="0" noProof="0" dirty="0">
                <a:ln>
                  <a:noFill/>
                </a:ln>
                <a:solidFill>
                  <a:prstClr val="white"/>
                </a:solidFill>
                <a:effectLst/>
                <a:uLnTx/>
                <a:uFillTx/>
                <a:latin typeface="Garet"/>
                <a:ea typeface="Garet"/>
                <a:cs typeface="Garet"/>
                <a:sym typeface="Garet"/>
              </a:rPr>
              <a:t> à </a:t>
            </a:r>
            <a:r>
              <a:rPr kumimoji="0" lang="en-US" sz="3068" b="0" i="0" u="none" strike="noStrike" kern="1200" cap="none" spc="0" normalizeH="0" baseline="0" noProof="0" dirty="0" err="1">
                <a:ln>
                  <a:noFill/>
                </a:ln>
                <a:solidFill>
                  <a:prstClr val="white"/>
                </a:solidFill>
                <a:effectLst/>
                <a:uLnTx/>
                <a:uFillTx/>
                <a:latin typeface="Garet"/>
                <a:ea typeface="Garet"/>
                <a:cs typeface="Garet"/>
                <a:sym typeface="Garet"/>
              </a:rPr>
              <a:t>exposição</a:t>
            </a:r>
            <a:endParaRPr kumimoji="0" lang="en-US" sz="3068" b="0" i="0" u="none" strike="noStrike" kern="1200" cap="none" spc="0" normalizeH="0" baseline="0" noProof="0" dirty="0">
              <a:ln>
                <a:noFill/>
              </a:ln>
              <a:solidFill>
                <a:prstClr val="white"/>
              </a:solidFill>
              <a:effectLst/>
              <a:uLnTx/>
              <a:uFillTx/>
              <a:latin typeface="Garet"/>
              <a:ea typeface="Garet"/>
              <a:cs typeface="Garet"/>
              <a:sym typeface="Gare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54F1D-16E1-FA8F-8C1C-5D689D9903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7F082A3-D60F-1AAB-1517-60689FB4FD8C}"/>
              </a:ext>
            </a:extLst>
          </p:cNvPr>
          <p:cNvSpPr txBox="1"/>
          <p:nvPr/>
        </p:nvSpPr>
        <p:spPr>
          <a:xfrm>
            <a:off x="394651" y="1346835"/>
            <a:ext cx="8749349" cy="3066224"/>
          </a:xfrm>
          <a:prstGeom prst="rect">
            <a:avLst/>
          </a:prstGeom>
        </p:spPr>
        <p:txBody>
          <a:bodyPr wrap="square" lIns="0" tIns="0" rIns="0" bIns="0" rtlCol="0" anchor="t">
            <a:spAutoFit/>
          </a:bodyPr>
          <a:lstStyle/>
          <a:p>
            <a:pPr marL="0" marR="0" lvl="0" indent="0" algn="r" defTabSz="914400" rtl="0" eaLnBrk="1" fontAlgn="auto" latinLnBrk="0" hangingPunct="1">
              <a:lnSpc>
                <a:spcPts val="5808"/>
              </a:lnSpc>
              <a:spcBef>
                <a:spcPts val="0"/>
              </a:spcBef>
              <a:spcAft>
                <a:spcPts val="0"/>
              </a:spcAft>
              <a:buClrTx/>
              <a:buSzTx/>
              <a:buFontTx/>
              <a:buNone/>
              <a:tabLst/>
              <a:defRPr/>
            </a:pPr>
            <a:r>
              <a:rPr kumimoji="0" lang="en-US" sz="5808" b="0"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 </a:t>
            </a:r>
          </a:p>
          <a:p>
            <a:pPr marL="0" marR="0" lvl="0" indent="0" algn="r" defTabSz="914400" rtl="0" eaLnBrk="1" fontAlgn="auto" latinLnBrk="0" hangingPunct="1">
              <a:lnSpc>
                <a:spcPts val="5808"/>
              </a:lnSpc>
              <a:spcBef>
                <a:spcPct val="0"/>
              </a:spcBef>
              <a:spcAft>
                <a:spcPts val="0"/>
              </a:spcAft>
              <a:buClrTx/>
              <a:buSzTx/>
              <a:buFontTx/>
              <a:buNone/>
              <a:tabLst/>
              <a:defRPr/>
            </a:pPr>
            <a:r>
              <a:rPr kumimoji="0" lang="en-US" sz="7200" b="1"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rPr>
              <a:t>04 </a:t>
            </a:r>
            <a:r>
              <a:rPr kumimoji="0" lang="en-US" sz="7200" b="1" i="0" u="none" strike="noStrike" kern="1200" cap="none" spc="-458" normalizeH="0" baseline="0" noProof="0" dirty="0" err="1">
                <a:ln>
                  <a:noFill/>
                </a:ln>
                <a:solidFill>
                  <a:srgbClr val="000000"/>
                </a:solidFill>
                <a:effectLst/>
                <a:uLnTx/>
                <a:uFillTx/>
                <a:latin typeface="Garet Bold" panose="020B0604020202020204" charset="0"/>
                <a:ea typeface="Archivo Black"/>
                <a:cs typeface="Archivo Black"/>
                <a:sym typeface="Archivo Black"/>
              </a:rPr>
              <a:t>instituições</a:t>
            </a:r>
            <a:endParaRPr kumimoji="0" lang="en-US" sz="7200" b="1"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endParaRPr>
          </a:p>
          <a:p>
            <a:pPr marL="0" marR="0" lvl="0" indent="0" algn="r" defTabSz="914400" rtl="0" eaLnBrk="1" fontAlgn="auto" latinLnBrk="0" hangingPunct="1">
              <a:lnSpc>
                <a:spcPts val="5808"/>
              </a:lnSpc>
              <a:spcBef>
                <a:spcPct val="0"/>
              </a:spcBef>
              <a:spcAft>
                <a:spcPts val="0"/>
              </a:spcAft>
              <a:buClrTx/>
              <a:buSzTx/>
              <a:buFontTx/>
              <a:buNone/>
              <a:tabLst/>
              <a:defRPr/>
            </a:pPr>
            <a:r>
              <a:rPr kumimoji="0" lang="en-US" sz="4000" b="0" i="0" u="none" strike="noStrike" kern="1200" cap="none" spc="-458" normalizeH="0" baseline="0" noProof="0" dirty="0" err="1">
                <a:ln>
                  <a:noFill/>
                </a:ln>
                <a:solidFill>
                  <a:srgbClr val="000000"/>
                </a:solidFill>
                <a:effectLst/>
                <a:uLnTx/>
                <a:uFillTx/>
                <a:latin typeface="Garet" panose="020B0604020202020204" charset="0"/>
                <a:ea typeface="Archivo Black"/>
                <a:cs typeface="Archivo Black"/>
                <a:sym typeface="Archivo Black"/>
              </a:rPr>
              <a:t>destaques</a:t>
            </a:r>
            <a:r>
              <a:rPr kumimoji="0" lang="en-US" sz="4000" b="0" i="0" u="none" strike="noStrike" kern="1200" cap="none" spc="-458" normalizeH="0" baseline="0" noProof="0" dirty="0">
                <a:ln>
                  <a:noFill/>
                </a:ln>
                <a:solidFill>
                  <a:srgbClr val="000000"/>
                </a:solidFill>
                <a:effectLst/>
                <a:uLnTx/>
                <a:uFillTx/>
                <a:latin typeface="Garet" panose="020B0604020202020204" charset="0"/>
                <a:ea typeface="Archivo Black"/>
                <a:cs typeface="Archivo Black"/>
                <a:sym typeface="Archivo Black"/>
              </a:rPr>
              <a:t> entre as </a:t>
            </a:r>
            <a:r>
              <a:rPr kumimoji="0" lang="en-US" sz="4000" b="0" i="0" u="none" strike="noStrike" kern="1200" cap="none" spc="-458" normalizeH="0" baseline="0" noProof="0" dirty="0" err="1">
                <a:ln>
                  <a:noFill/>
                </a:ln>
                <a:solidFill>
                  <a:srgbClr val="000000"/>
                </a:solidFill>
                <a:effectLst/>
                <a:uLnTx/>
                <a:uFillTx/>
                <a:latin typeface="Garet" panose="020B0604020202020204" charset="0"/>
                <a:ea typeface="Archivo Black"/>
                <a:cs typeface="Archivo Black"/>
                <a:sym typeface="Archivo Black"/>
              </a:rPr>
              <a:t>instituições</a:t>
            </a:r>
            <a:r>
              <a:rPr kumimoji="0" lang="en-US" sz="4000" b="0" i="0" u="none" strike="noStrike" kern="1200" cap="none" spc="-458" normalizeH="0" baseline="0" noProof="0" dirty="0">
                <a:ln>
                  <a:noFill/>
                </a:ln>
                <a:solidFill>
                  <a:srgbClr val="000000"/>
                </a:solidFill>
                <a:effectLst/>
                <a:uLnTx/>
                <a:uFillTx/>
                <a:latin typeface="Garet" panose="020B0604020202020204" charset="0"/>
                <a:ea typeface="Archivo Black"/>
                <a:cs typeface="Archivo Black"/>
                <a:sym typeface="Archivo Black"/>
              </a:rPr>
              <a:t> </a:t>
            </a:r>
            <a:r>
              <a:rPr kumimoji="0" lang="en-US" sz="4000" b="0" i="0" u="none" strike="noStrike" kern="1200" cap="none" spc="-458" normalizeH="0" baseline="0" noProof="0" dirty="0" err="1">
                <a:ln>
                  <a:noFill/>
                </a:ln>
                <a:solidFill>
                  <a:srgbClr val="000000"/>
                </a:solidFill>
                <a:effectLst/>
                <a:uLnTx/>
                <a:uFillTx/>
                <a:latin typeface="Garet" panose="020B0604020202020204" charset="0"/>
                <a:ea typeface="Archivo Black"/>
                <a:cs typeface="Archivo Black"/>
                <a:sym typeface="Archivo Black"/>
              </a:rPr>
              <a:t>recebidas</a:t>
            </a:r>
            <a:endParaRPr kumimoji="0" lang="en-US" sz="5400" b="0" i="0" u="none" strike="noStrike" kern="1200" cap="none" spc="-458" normalizeH="0" baseline="0" noProof="0" dirty="0">
              <a:ln>
                <a:noFill/>
              </a:ln>
              <a:solidFill>
                <a:srgbClr val="000000"/>
              </a:solidFill>
              <a:effectLst/>
              <a:uLnTx/>
              <a:uFillTx/>
              <a:latin typeface="Garet" panose="020B0604020202020204" charset="0"/>
              <a:ea typeface="Archivo Black"/>
              <a:cs typeface="Archivo Black"/>
              <a:sym typeface="Archivo Black"/>
            </a:endParaRPr>
          </a:p>
          <a:p>
            <a:pPr marL="0" marR="0" lvl="0" indent="0" algn="r" defTabSz="914400" rtl="0" eaLnBrk="1" fontAlgn="auto" latinLnBrk="0" hangingPunct="1">
              <a:lnSpc>
                <a:spcPts val="5808"/>
              </a:lnSpc>
              <a:spcBef>
                <a:spcPct val="0"/>
              </a:spcBef>
              <a:spcAft>
                <a:spcPts val="0"/>
              </a:spcAft>
              <a:buClrTx/>
              <a:buSzTx/>
              <a:buFontTx/>
              <a:buNone/>
              <a:tabLst/>
              <a:defRPr/>
            </a:pPr>
            <a:endParaRPr kumimoji="0" lang="en-US" sz="7200" b="1" i="0" u="none" strike="noStrike" kern="1200" cap="none" spc="-458" normalizeH="0" baseline="0" noProof="0" dirty="0">
              <a:ln>
                <a:noFill/>
              </a:ln>
              <a:solidFill>
                <a:srgbClr val="000000"/>
              </a:solidFill>
              <a:effectLst/>
              <a:uLnTx/>
              <a:uFillTx/>
              <a:latin typeface="Garet Bold" panose="020B0604020202020204" charset="0"/>
              <a:ea typeface="Archivo Black"/>
              <a:cs typeface="Archivo Black"/>
              <a:sym typeface="Archivo Black"/>
            </a:endParaRPr>
          </a:p>
        </p:txBody>
      </p:sp>
      <p:sp>
        <p:nvSpPr>
          <p:cNvPr id="3" name="TextBox 13">
            <a:extLst>
              <a:ext uri="{FF2B5EF4-FFF2-40B4-BE49-F238E27FC236}">
                <a16:creationId xmlns:a16="http://schemas.microsoft.com/office/drawing/2014/main" id="{443776A8-5BF1-5C6C-FDAB-3F0211A9B258}"/>
              </a:ext>
            </a:extLst>
          </p:cNvPr>
          <p:cNvSpPr txBox="1"/>
          <p:nvPr/>
        </p:nvSpPr>
        <p:spPr>
          <a:xfrm>
            <a:off x="6172200" y="4076700"/>
            <a:ext cx="11414218" cy="2154436"/>
          </a:xfrm>
          <a:prstGeom prst="rect">
            <a:avLst/>
          </a:prstGeom>
        </p:spPr>
        <p:txBody>
          <a:bodyPr wrap="square" lIns="0" tIns="0" rIns="0" bIns="0" numCol="1"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2800" b="0" i="0" u="none" strike="noStrike" kern="1200" cap="none" spc="0" normalizeH="0" baseline="0" noProof="0" dirty="0">
                <a:ln>
                  <a:noFill/>
                </a:ln>
                <a:solidFill>
                  <a:prstClr val="black"/>
                </a:solidFill>
                <a:effectLst/>
                <a:uLnTx/>
                <a:uFillTx/>
                <a:latin typeface="Garet" panose="020B0604020202020204" charset="0"/>
                <a:ea typeface="+mn-ea"/>
                <a:cs typeface="+mn-cs"/>
              </a:rPr>
              <a:t>Senac Tito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2800" b="0" i="0" u="none" strike="noStrike" kern="1200" cap="none" spc="0" normalizeH="0" baseline="0" noProof="0" dirty="0">
                <a:ln>
                  <a:noFill/>
                </a:ln>
                <a:solidFill>
                  <a:prstClr val="black"/>
                </a:solidFill>
                <a:effectLst/>
                <a:uLnTx/>
                <a:uFillTx/>
                <a:latin typeface="Garet" panose="020B0604020202020204" charset="0"/>
                <a:ea typeface="+mn-ea"/>
                <a:cs typeface="+mn-cs"/>
              </a:rPr>
              <a:t>Senac Aclimação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2800" b="0" i="0" u="none" strike="noStrike" kern="1200" cap="none" spc="0" normalizeH="0" baseline="0" noProof="0" dirty="0">
                <a:ln>
                  <a:noFill/>
                </a:ln>
                <a:solidFill>
                  <a:prstClr val="black"/>
                </a:solidFill>
                <a:effectLst/>
                <a:uLnTx/>
                <a:uFillTx/>
                <a:latin typeface="Garet" panose="020B0604020202020204" charset="0"/>
                <a:ea typeface="+mn-ea"/>
                <a:cs typeface="+mn-cs"/>
              </a:rPr>
              <a:t>Senac Scipião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2800" b="0" i="0" u="none" strike="noStrike" kern="1200" cap="none" spc="0" normalizeH="0" baseline="0" noProof="0" dirty="0">
                <a:ln>
                  <a:noFill/>
                </a:ln>
                <a:solidFill>
                  <a:prstClr val="black"/>
                </a:solidFill>
                <a:effectLst/>
                <a:uLnTx/>
                <a:uFillTx/>
                <a:latin typeface="Garet" panose="020B0604020202020204" charset="0"/>
                <a:ea typeface="+mn-ea"/>
                <a:cs typeface="+mn-cs"/>
              </a:rPr>
              <a:t>Diretoria Regional de Educação Pirituba/Jaraguá</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pt-BR" sz="2800" b="0" i="0" u="none" strike="noStrike" kern="1200" cap="none" spc="0" normalizeH="0" baseline="0" noProof="0" dirty="0">
              <a:ln>
                <a:noFill/>
              </a:ln>
              <a:solidFill>
                <a:prstClr val="black"/>
              </a:solidFill>
              <a:effectLst/>
              <a:uLnTx/>
              <a:uFillTx/>
              <a:latin typeface="Garet" panose="020B0604020202020204" charset="0"/>
              <a:ea typeface="+mn-ea"/>
              <a:cs typeface="+mn-cs"/>
            </a:endParaRPr>
          </a:p>
        </p:txBody>
      </p:sp>
    </p:spTree>
    <p:extLst>
      <p:ext uri="{BB962C8B-B14F-4D97-AF65-F5344CB8AC3E}">
        <p14:creationId xmlns:p14="http://schemas.microsoft.com/office/powerpoint/2010/main" val="2081875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6378A-EAC4-8AEB-EDA8-925CE16AA0A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A473A619-A185-7E13-FFE9-28DA349F71B9}"/>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a:extLst>
              <a:ext uri="{FF2B5EF4-FFF2-40B4-BE49-F238E27FC236}">
                <a16:creationId xmlns:a16="http://schemas.microsoft.com/office/drawing/2014/main" id="{4FF2528C-549B-D853-2A77-2C0445ED0DA1}"/>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FFCC4CE1-9A99-AC19-04E4-B1FCEF0982B2}"/>
              </a:ext>
            </a:extLst>
          </p:cNvPr>
          <p:cNvSpPr txBox="1"/>
          <p:nvPr/>
        </p:nvSpPr>
        <p:spPr>
          <a:xfrm>
            <a:off x="457200" y="570086"/>
            <a:ext cx="7203393" cy="764825"/>
          </a:xfrm>
          <a:prstGeom prst="rect">
            <a:avLst/>
          </a:prstGeom>
        </p:spPr>
        <p:txBody>
          <a:bodyPr lIns="0" tIns="0" rIns="0" bIns="0" rtlCol="0" anchor="t">
            <a:spAutoFit/>
          </a:bodyPr>
          <a:lstStyle/>
          <a:p>
            <a:pPr marL="0" marR="0" lvl="0" indent="0" algn="l" defTabSz="914400" rtl="0" eaLnBrk="1" fontAlgn="auto" latinLnBrk="0" hangingPunct="1">
              <a:lnSpc>
                <a:spcPts val="5808"/>
              </a:lnSpc>
              <a:spcBef>
                <a:spcPts val="0"/>
              </a:spcBef>
              <a:spcAft>
                <a:spcPts val="0"/>
              </a:spcAft>
              <a:buClrTx/>
              <a:buSzTx/>
              <a:buFontTx/>
              <a:buNone/>
              <a:tabLst/>
              <a:defRPr/>
            </a:pPr>
            <a:r>
              <a:rPr kumimoji="0" lang="en-US" sz="5808"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Registros</a:t>
            </a:r>
            <a:r>
              <a:rPr kumimoji="0" lang="en-US" sz="5808"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p>
        </p:txBody>
      </p:sp>
      <p:pic>
        <p:nvPicPr>
          <p:cNvPr id="9" name="Imagem 8" descr="Grupo de pessoas sentadas ao redor de uma mesa&#10;&#10;O conteúdo gerado por IA pode estar incorreto.">
            <a:extLst>
              <a:ext uri="{FF2B5EF4-FFF2-40B4-BE49-F238E27FC236}">
                <a16:creationId xmlns:a16="http://schemas.microsoft.com/office/drawing/2014/main" id="{43975A92-855C-0936-5D73-CB34ACD2F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96" y="1881177"/>
            <a:ext cx="8505803" cy="6383342"/>
          </a:xfrm>
          <a:prstGeom prst="rect">
            <a:avLst/>
          </a:prstGeom>
        </p:spPr>
      </p:pic>
      <p:pic>
        <p:nvPicPr>
          <p:cNvPr id="11" name="Imagem 10" descr="Homem com roupa laranja&#10;&#10;O conteúdo gerado por IA pode estar incorreto.">
            <a:extLst>
              <a:ext uri="{FF2B5EF4-FFF2-40B4-BE49-F238E27FC236}">
                <a16:creationId xmlns:a16="http://schemas.microsoft.com/office/drawing/2014/main" id="{2BD892BD-06D7-8FA4-713E-A8BC02F0D5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600" y="1904997"/>
            <a:ext cx="8257264" cy="6192948"/>
          </a:xfrm>
          <a:prstGeom prst="rect">
            <a:avLst/>
          </a:prstGeom>
        </p:spPr>
      </p:pic>
    </p:spTree>
    <p:extLst>
      <p:ext uri="{BB962C8B-B14F-4D97-AF65-F5344CB8AC3E}">
        <p14:creationId xmlns:p14="http://schemas.microsoft.com/office/powerpoint/2010/main" val="1667999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8A35FE-BE79-76FA-B59D-C338340490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B6701DC7-DF15-38C6-06BF-63EA819EE8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a:extLst>
              <a:ext uri="{FF2B5EF4-FFF2-40B4-BE49-F238E27FC236}">
                <a16:creationId xmlns:a16="http://schemas.microsoft.com/office/drawing/2014/main" id="{85499EDC-E752-8A1F-9CFD-86AD814CB5CD}"/>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BAFB028F-DD5B-A5DB-2613-C9D9135DB747}"/>
              </a:ext>
            </a:extLst>
          </p:cNvPr>
          <p:cNvSpPr txBox="1"/>
          <p:nvPr/>
        </p:nvSpPr>
        <p:spPr>
          <a:xfrm>
            <a:off x="402275" y="570086"/>
            <a:ext cx="7203393" cy="764825"/>
          </a:xfrm>
          <a:prstGeom prst="rect">
            <a:avLst/>
          </a:prstGeom>
        </p:spPr>
        <p:txBody>
          <a:bodyPr lIns="0" tIns="0" rIns="0" bIns="0" rtlCol="0" anchor="t">
            <a:spAutoFit/>
          </a:bodyPr>
          <a:lstStyle/>
          <a:p>
            <a:pPr marL="0" marR="0" lvl="0" indent="0" algn="l" defTabSz="914400" rtl="0" eaLnBrk="1" fontAlgn="auto" latinLnBrk="0" hangingPunct="1">
              <a:lnSpc>
                <a:spcPts val="5808"/>
              </a:lnSpc>
              <a:spcBef>
                <a:spcPts val="0"/>
              </a:spcBef>
              <a:spcAft>
                <a:spcPts val="0"/>
              </a:spcAft>
              <a:buClrTx/>
              <a:buSzTx/>
              <a:buFontTx/>
              <a:buNone/>
              <a:tabLst/>
              <a:defRPr/>
            </a:pPr>
            <a:r>
              <a:rPr kumimoji="0" lang="en-US" sz="5808"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Registros</a:t>
            </a:r>
            <a:r>
              <a:rPr kumimoji="0" lang="en-US" sz="5808"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p>
        </p:txBody>
      </p:sp>
      <p:pic>
        <p:nvPicPr>
          <p:cNvPr id="10" name="Imagem 9" descr="Grupo de pessoas na frente de um prédio&#10;&#10;O conteúdo gerado por IA pode estar incorreto.">
            <a:extLst>
              <a:ext uri="{FF2B5EF4-FFF2-40B4-BE49-F238E27FC236}">
                <a16:creationId xmlns:a16="http://schemas.microsoft.com/office/drawing/2014/main" id="{D0F32674-E50E-D707-F778-C2C6AF440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493840"/>
            <a:ext cx="10134600" cy="7600950"/>
          </a:xfrm>
          <a:prstGeom prst="rect">
            <a:avLst/>
          </a:prstGeom>
        </p:spPr>
      </p:pic>
      <p:pic>
        <p:nvPicPr>
          <p:cNvPr id="13" name="Imagem 12" descr="Pessoas ao redor de uma mesa&#10;&#10;O conteúdo gerado por IA pode estar incorreto.">
            <a:extLst>
              <a:ext uri="{FF2B5EF4-FFF2-40B4-BE49-F238E27FC236}">
                <a16:creationId xmlns:a16="http://schemas.microsoft.com/office/drawing/2014/main" id="{A6A479CC-FAAD-CD80-A188-F544E07A00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38098" y="867965"/>
            <a:ext cx="6413302" cy="8551069"/>
          </a:xfrm>
          <a:prstGeom prst="rect">
            <a:avLst/>
          </a:prstGeom>
        </p:spPr>
      </p:pic>
    </p:spTree>
    <p:extLst>
      <p:ext uri="{BB962C8B-B14F-4D97-AF65-F5344CB8AC3E}">
        <p14:creationId xmlns:p14="http://schemas.microsoft.com/office/powerpoint/2010/main" val="3762776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4BF215-012C-0BB6-7FA7-34B16A29D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F8736DF3-8994-D83D-8F8B-AF08375CB210}"/>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a:extLst>
              <a:ext uri="{FF2B5EF4-FFF2-40B4-BE49-F238E27FC236}">
                <a16:creationId xmlns:a16="http://schemas.microsoft.com/office/drawing/2014/main" id="{27C2E4A0-364C-8305-CAA4-B3CF496D42E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0EFF2F3-EC3D-B0B2-4235-175D4F8E8FA0}"/>
              </a:ext>
            </a:extLst>
          </p:cNvPr>
          <p:cNvSpPr txBox="1"/>
          <p:nvPr/>
        </p:nvSpPr>
        <p:spPr>
          <a:xfrm>
            <a:off x="381000" y="570086"/>
            <a:ext cx="7203393" cy="764825"/>
          </a:xfrm>
          <a:prstGeom prst="rect">
            <a:avLst/>
          </a:prstGeom>
        </p:spPr>
        <p:txBody>
          <a:bodyPr lIns="0" tIns="0" rIns="0" bIns="0" rtlCol="0" anchor="t">
            <a:spAutoFit/>
          </a:bodyPr>
          <a:lstStyle/>
          <a:p>
            <a:pPr marL="0" marR="0" lvl="0" indent="0" algn="l" defTabSz="914400" rtl="0" eaLnBrk="1" fontAlgn="auto" latinLnBrk="0" hangingPunct="1">
              <a:lnSpc>
                <a:spcPts val="5808"/>
              </a:lnSpc>
              <a:spcBef>
                <a:spcPts val="0"/>
              </a:spcBef>
              <a:spcAft>
                <a:spcPts val="0"/>
              </a:spcAft>
              <a:buClrTx/>
              <a:buSzTx/>
              <a:buFontTx/>
              <a:buNone/>
              <a:tabLst/>
              <a:defRPr/>
            </a:pPr>
            <a:r>
              <a:rPr kumimoji="0" lang="en-US" sz="5808" b="0" i="0" u="none" strike="noStrike" kern="1200" cap="none" spc="-458" normalizeH="0" baseline="0" noProof="0" dirty="0" err="1">
                <a:ln>
                  <a:noFill/>
                </a:ln>
                <a:solidFill>
                  <a:srgbClr val="000000"/>
                </a:solidFill>
                <a:effectLst/>
                <a:uLnTx/>
                <a:uFillTx/>
                <a:latin typeface="Archivo Black"/>
                <a:ea typeface="Archivo Black"/>
                <a:cs typeface="Archivo Black"/>
                <a:sym typeface="Archivo Black"/>
              </a:rPr>
              <a:t>Registros</a:t>
            </a:r>
            <a:r>
              <a:rPr kumimoji="0" lang="en-US" sz="5808" b="0" i="0" u="none" strike="noStrike" kern="1200" cap="none" spc="-458" normalizeH="0" baseline="0" noProof="0" dirty="0">
                <a:ln>
                  <a:noFill/>
                </a:ln>
                <a:solidFill>
                  <a:srgbClr val="000000"/>
                </a:solidFill>
                <a:effectLst/>
                <a:uLnTx/>
                <a:uFillTx/>
                <a:latin typeface="Archivo Black"/>
                <a:ea typeface="Archivo Black"/>
                <a:cs typeface="Archivo Black"/>
                <a:sym typeface="Archivo Black"/>
              </a:rPr>
              <a:t> </a:t>
            </a:r>
          </a:p>
        </p:txBody>
      </p:sp>
      <p:pic>
        <p:nvPicPr>
          <p:cNvPr id="10" name="Imagem 9" descr="Grupo de pessoas sentadas no chão&#10;&#10;O conteúdo gerado por IA pode estar incorreto.">
            <a:extLst>
              <a:ext uri="{FF2B5EF4-FFF2-40B4-BE49-F238E27FC236}">
                <a16:creationId xmlns:a16="http://schemas.microsoft.com/office/drawing/2014/main" id="{414FC364-50D9-03F7-B299-26B0CFBE7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481140"/>
            <a:ext cx="10471147" cy="7853360"/>
          </a:xfrm>
          <a:prstGeom prst="rect">
            <a:avLst/>
          </a:prstGeom>
        </p:spPr>
      </p:pic>
      <p:pic>
        <p:nvPicPr>
          <p:cNvPr id="13" name="Imagem 12" descr="Multidão de pessoas&#10;&#10;O conteúdo gerado por IA pode estar incorreto.">
            <a:extLst>
              <a:ext uri="{FF2B5EF4-FFF2-40B4-BE49-F238E27FC236}">
                <a16:creationId xmlns:a16="http://schemas.microsoft.com/office/drawing/2014/main" id="{E275C490-23DF-AFA1-01F8-DF6E242DF3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8748" y="1481140"/>
            <a:ext cx="4423650" cy="7853360"/>
          </a:xfrm>
          <a:prstGeom prst="rect">
            <a:avLst/>
          </a:prstGeom>
        </p:spPr>
      </p:pic>
    </p:spTree>
    <p:extLst>
      <p:ext uri="{BB962C8B-B14F-4D97-AF65-F5344CB8AC3E}">
        <p14:creationId xmlns:p14="http://schemas.microsoft.com/office/powerpoint/2010/main" val="780864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B37E84-BBA7-4456-832A-1EA0A5EBA1F3}"/>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6D77A73D-44E1-C963-02A5-47D1306655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AutoShape 4">
            <a:extLst>
              <a:ext uri="{FF2B5EF4-FFF2-40B4-BE49-F238E27FC236}">
                <a16:creationId xmlns:a16="http://schemas.microsoft.com/office/drawing/2014/main" id="{1DDB1F2C-42E9-4A15-4C2C-40543DD6C5B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CaixaDeTexto 4">
            <a:extLst>
              <a:ext uri="{FF2B5EF4-FFF2-40B4-BE49-F238E27FC236}">
                <a16:creationId xmlns:a16="http://schemas.microsoft.com/office/drawing/2014/main" id="{4CE73D96-3DD4-EE33-2465-57DA341C894D}"/>
              </a:ext>
            </a:extLst>
          </p:cNvPr>
          <p:cNvSpPr txBox="1"/>
          <p:nvPr/>
        </p:nvSpPr>
        <p:spPr>
          <a:xfrm>
            <a:off x="228600" y="342900"/>
            <a:ext cx="17754600" cy="6740307"/>
          </a:xfrm>
          <a:prstGeom prst="rect">
            <a:avLst/>
          </a:prstGeom>
          <a:noFill/>
        </p:spPr>
        <p:txBody>
          <a:bodyPr wrap="square" numCol="2" spcCol="360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SESC – SERVIÇO SOCIAL DO COMÉRCIO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Administração Regional no Estado de São Paulo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Presidente do Conselho Regional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ABRAM SZAJMAN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Diretor do Departamento Regional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LUIZ DEOCLÉCIO MASSARO GALINA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Superintendentes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Técnico-social ROSANA PAULO DA CUNHA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Comunicação social RICARDO GENTIL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Administração JACKSON ANDRADE DE MATOS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Assessoria técnica e de planejamento MARTA RAQUEL COLABONE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Assessoria Jurídica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Carla Bertucci Barbieri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Gerentes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Artes visuais e tecnologia JULIANA BRAGA DE MATTOS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Estudos e desenvolvimento JOÃO PAULO GUADANUCCI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Artes gráficas ROGÉRIO IANELLI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Sesc Pompeia KELLY ADRIANO DE OLIVEIRA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Equipe Sesc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ADRIANA DIAS, ADRIANO ALVES, ALEXANDRE LEOPOLDINO, ALINE MOREIRA TAFNER, ANA FEITOSA, ANDRÉ LEITE COELHO, CAMILA CASTRO, DANIEL RAMOS, ELAINE BARROS MARTINS, FERNANDA CONEJERO, JOSÉ RENATO ALEGRETI DIAS, LAIS SILVEIRA, LIGIA ZAMARO, LILIAN AMBAR, LUCIANA PORANGABA, MARIANA LINS PRADO, MARINA PINHEIRO, MAURO MARÇAL, PABLO PEREZ, PAULO DELGADO, PEDRO LEME, RAFAEL DELLA GATTA SOARES, REGIANE GOMES, ROBSON LIMA, ROGÉRIO RODRIGUES, SILVIO LUIZ DA SILVA.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a:ea typeface="+mn-ea"/>
                <a:cs typeface="+mn-cs"/>
              </a:rPr>
              <a:t>Produção executiva e Coordenação de produção FABIANA FARIAS Produção JULIA HALLAL e THAIS PEDROSO Assistentes da Artista BIANCA WALBER, CASSIS, RAFAEL, RAYANNE TEODORO, SHAMY FERREIRA E LUIS CARLOS Acompanhamento Curatorial TATIANA NASCIMENTO Projeto de Audiovisual MIT ARTE - PATRÍCIA MESQUITA Animação e Vídeo Mapping JOÃO AUTOMOTION Fotografia PETALA LOPES Projeto Expográfico AUDREY CAROLINI e BIANCA WALBER Assistente de Projeto Expográfico PAMELA AYUMI Projeto Luminotécnico CAMILLE LAURENT Identidade Visual e Projeto Gráfico ALLES BLAU Comunicação Visual SG COMUNICAÇÃO VISUAL Acessibilidade A LÍNGUA Coordenação Educativa ORNELLA RODRIGUES Equipe Educativa DILMA SILVA (supervisão), SELMA MARIA (supervisão), C.B.O, HELENA RF, JOYCE EMANUELLE E SOFIA LISBOA Cenografia e montagem SECALL Montagem fina GALA Iluminação FBA PRODUÇÃO DE EVENTOS Multimídia LUZI Conservação CLÁUDIA GOBBI BAZANELLI E HELOISA BIANCALANA Transporte de obras de arte MORIWAY MUDANÇAS E TRANSPORTE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79257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D3F7AE-B181-44B9-BCBD-181EE60B0448}">
  <ds:schemaRefs>
    <ds:schemaRef ds:uri="http://schemas.microsoft.com/sharepoint/v3/contenttype/forms"/>
  </ds:schemaRefs>
</ds:datastoreItem>
</file>

<file path=customXml/itemProps2.xml><?xml version="1.0" encoding="utf-8"?>
<ds:datastoreItem xmlns:ds="http://schemas.openxmlformats.org/officeDocument/2006/customXml" ds:itemID="{C4216E51-BF42-4DF3-BB5F-F92C4A17FB27}">
  <ds:schemaRefs>
    <ds:schemaRef ds:uri="http://purl.org/dc/elements/1.1/"/>
    <ds:schemaRef ds:uri="http://purl.org/dc/dcmitype/"/>
    <ds:schemaRef ds:uri="0c3ae786-5e4f-419c-8a3f-0eb5f2beec7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2f0f1dc7-e081-4ee5-8ddc-4eb9cb678d23"/>
    <ds:schemaRef ds:uri="http://purl.org/dc/terms/"/>
  </ds:schemaRefs>
</ds:datastoreItem>
</file>

<file path=customXml/itemProps3.xml><?xml version="1.0" encoding="utf-8"?>
<ds:datastoreItem xmlns:ds="http://schemas.openxmlformats.org/officeDocument/2006/customXml" ds:itemID="{CA6AC1D4-74DA-415B-B135-282C5232F9A6}"/>
</file>

<file path=docProps/app.xml><?xml version="1.0" encoding="utf-8"?>
<Properties xmlns="http://schemas.openxmlformats.org/officeDocument/2006/extended-properties" xmlns:vt="http://schemas.openxmlformats.org/officeDocument/2006/docPropsVTypes">
  <TotalTime>316</TotalTime>
  <Words>1609</Words>
  <Application>Microsoft Office PowerPoint</Application>
  <PresentationFormat>Personalizar</PresentationFormat>
  <Paragraphs>367</Paragraphs>
  <Slides>28</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28</vt:i4>
      </vt:variant>
    </vt:vector>
  </HeadingPairs>
  <TitlesOfParts>
    <vt:vector size="35" baseType="lpstr">
      <vt:lpstr>Arial</vt:lpstr>
      <vt:lpstr>Garet Bold</vt:lpstr>
      <vt:lpstr>Archivo Black</vt:lpstr>
      <vt:lpstr>Aptos</vt:lpstr>
      <vt:lpstr>Garet</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Assojaba Tupinamba</dc:title>
  <cp:lastModifiedBy>Carolina Barmell</cp:lastModifiedBy>
  <cp:revision>2</cp:revision>
  <dcterms:created xsi:type="dcterms:W3CDTF">2006-08-16T00:00:00Z</dcterms:created>
  <dcterms:modified xsi:type="dcterms:W3CDTF">2026-02-23T17:55:10Z</dcterms:modified>
  <dc:identifier>DAG38scdCyg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