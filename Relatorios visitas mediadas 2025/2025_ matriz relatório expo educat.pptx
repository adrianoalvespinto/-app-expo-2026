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C3583-3587-DDE5-FDF3-C2A2BEAE1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3269B-AB5E-9DC4-6F73-ADDE4619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A47FD7-DF17-8882-3454-1BA99B28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DC5262-E1A8-4D56-F02E-5E420BCD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250335-355D-7A78-2FFE-C708188E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3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9A445-6880-0DE6-B288-8216757D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20AB2-2B6C-25CD-4C33-3303E5E5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32502C-504E-EBFD-04DF-0FA686C6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C50D67-7F26-5E43-6CD7-24649630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7A87AB-5063-C1FB-1EB9-55CB24FF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02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30355-0412-1738-0391-84D5B0DF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C76787-1ED8-42D5-0CBA-20DDF4179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693A7F-D26C-F06E-866D-8DEF0FC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03FA79-8C41-5E19-EDE2-E0D730D3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577A0A-2AE1-02BA-336C-B1854E62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42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D2BBD-9410-7804-6219-AFB134D7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22B576-5943-62BB-F4A6-A2562430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2518DE-5649-3933-D594-175830C84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82C188-007D-E3DA-6BC6-DE992034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F9B870-508D-FE12-9CF5-2B1F6C00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0F71E3-CD10-82CF-582C-841D39C9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9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FCB76-EA1A-2CAA-8D14-62BC6FA0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35C077-ADDB-58DE-451D-C441FCAD0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982758-B1DC-0132-6F72-243EFABB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0186A2D-180F-97EC-BD58-DC61191F4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8043AD-87BC-DAD9-907A-4C2F2EFCC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CB93A6-40D5-AFDC-BD44-8008A310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CD941E-A157-E2D7-7D35-869E00E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67860A-D87B-2322-6B35-8EB067EA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31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370C0-29D5-24FB-BD72-59745F32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FE837B-FCB7-5F8C-870C-E158CC51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FA13C2-1CBB-85C3-2868-BEC3D8AC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37B15F-6634-549C-987A-35E91C8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25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06DE19-2C1F-E04B-4FC1-75464EE8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277783-D65B-BED1-ED1D-5D7DD9D4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694110-9D48-948F-4924-A830EEB7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71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73039-287F-7CA6-1207-26680E2F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6740E-9B89-454F-5145-8AC21B9D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BD796C-DFB9-6F31-5492-5E542BF2E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B493EF-A18D-0CCC-EE62-B4CF5726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7F470E-CB5A-6B88-D3E6-1E8BF6BF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EB06E0-3E79-AE25-7E78-78036150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92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419A2-760B-0191-3107-B0C88EEB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73C631D-E284-65EC-0419-6716824B4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AE73FE-5743-9D0C-E10F-574FFE602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C14681-7014-C59F-BB0B-AC998DA7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B5C9B7-EF51-C152-6107-7A7D472E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67DD8C-873C-FCE4-5355-7BF6547C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59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77C45-07A2-74C4-A615-6DFB5BAA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D54BE4-FAB5-4F00-4DD2-7924B4726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DBD69B-51BC-9167-C031-E31380F3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E89B5C-F5D9-3AD1-0D8C-96BF721D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7F3F1F-CE7F-1927-81FF-42A75099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64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6636F1-A33B-CD77-1650-1F9843315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05082B-9714-2DD9-B199-715A0FC60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44DA78-680D-271C-A602-21B639EF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9C878-E20C-D762-7890-22F6FEB6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005E3-6A6D-A688-7456-C468A111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51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0335ABF-7C02-BB0F-C8DA-7DB13E43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A3FE12-3D16-6494-6844-8BC2E0221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88077A-3E2B-5642-1A7D-01E6745F2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51F7C-BC77-453C-9E9D-465C860360C3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B94409-9C1E-A6D2-5D4C-FAC2E940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8D9438-0A93-4F93-1F8F-ADCB0E940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84856-C359-4861-AD53-940A3F659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90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F281-87A1-1B74-097B-4BBC68FC4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4DE09-960A-0541-5C33-1137CFC43B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97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E4BFB5A-694C-49D7-EA8D-D7B79E88A59E}"/>
              </a:ext>
            </a:extLst>
          </p:cNvPr>
          <p:cNvSpPr txBox="1"/>
          <p:nvPr/>
        </p:nvSpPr>
        <p:spPr>
          <a:xfrm>
            <a:off x="2317173" y="1049482"/>
            <a:ext cx="64735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XXX participações em visitas mediadas e ações de educação</a:t>
            </a:r>
          </a:p>
          <a:p>
            <a:r>
              <a:rPr lang="pt-BR" dirty="0" err="1"/>
              <a:t>Xxx</a:t>
            </a:r>
            <a:r>
              <a:rPr lang="pt-BR" dirty="0"/>
              <a:t> professores e educadores atendidos</a:t>
            </a:r>
          </a:p>
          <a:p>
            <a:r>
              <a:rPr lang="pt-BR" dirty="0"/>
              <a:t>XXX alunos da rede pública e privada impactada</a:t>
            </a:r>
          </a:p>
          <a:p>
            <a:r>
              <a:rPr lang="pt-BR" dirty="0"/>
              <a:t>XXX pessoas apoiadas para visitas na mostra</a:t>
            </a:r>
          </a:p>
          <a:p>
            <a:r>
              <a:rPr lang="pt-BR" dirty="0"/>
              <a:t>XXX ações de educação</a:t>
            </a:r>
            <a:br>
              <a:rPr lang="pt-BR" dirty="0"/>
            </a:br>
            <a:r>
              <a:rPr lang="pt-BR" dirty="0"/>
              <a:t>XXX peças gráficas da publicação educativa</a:t>
            </a:r>
            <a:br>
              <a:rPr lang="pt-BR" dirty="0"/>
            </a:br>
            <a:r>
              <a:rPr lang="pt-BR" dirty="0"/>
              <a:t>XXX ativações no programa público da mostra</a:t>
            </a:r>
            <a:br>
              <a:rPr lang="pt-BR" dirty="0"/>
            </a:br>
            <a:br>
              <a:rPr lang="pt-BR" dirty="0"/>
            </a:br>
            <a:r>
              <a:rPr lang="pt-BR" dirty="0"/>
              <a:t>tipos de programação realizada:</a:t>
            </a:r>
            <a:br>
              <a:rPr lang="pt-BR" dirty="0"/>
            </a:br>
            <a:r>
              <a:rPr lang="pt-BR" dirty="0"/>
              <a:t>ações – realizações</a:t>
            </a:r>
          </a:p>
          <a:p>
            <a:endParaRPr lang="pt-BR" dirty="0"/>
          </a:p>
          <a:p>
            <a:r>
              <a:rPr lang="pt-BR" dirty="0"/>
              <a:t>Parcerias estratégicas estabelecidas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583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F4AA543F6DF343AE125287C7372420" ma:contentTypeVersion="19" ma:contentTypeDescription="Create a new document." ma:contentTypeScope="" ma:versionID="88a407b63c83d1915de07c3b5a3e8b24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3d29cb3054338ff9bdb46dcce70c7203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Props1.xml><?xml version="1.0" encoding="utf-8"?>
<ds:datastoreItem xmlns:ds="http://schemas.openxmlformats.org/officeDocument/2006/customXml" ds:itemID="{30E60F4E-FD61-4C6A-89D4-166C33743E3D}"/>
</file>

<file path=customXml/itemProps2.xml><?xml version="1.0" encoding="utf-8"?>
<ds:datastoreItem xmlns:ds="http://schemas.openxmlformats.org/officeDocument/2006/customXml" ds:itemID="{B07B64A3-DF26-4BA0-8BFA-9882633177D3}"/>
</file>

<file path=customXml/itemProps3.xml><?xml version="1.0" encoding="utf-8"?>
<ds:datastoreItem xmlns:ds="http://schemas.openxmlformats.org/officeDocument/2006/customXml" ds:itemID="{42288B92-01AA-44CF-99B0-DD6E41E67D58}"/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Barmell</dc:creator>
  <cp:lastModifiedBy>Carolina Barmell</cp:lastModifiedBy>
  <cp:revision>1</cp:revision>
  <dcterms:created xsi:type="dcterms:W3CDTF">2025-10-27T21:38:08Z</dcterms:created>
  <dcterms:modified xsi:type="dcterms:W3CDTF">2025-10-27T21:53:16Z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</Properties>
</file>