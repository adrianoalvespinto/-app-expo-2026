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9" r:id="rId7"/>
    <p:sldId id="279" r:id="rId8"/>
    <p:sldId id="271" r:id="rId9"/>
    <p:sldId id="281" r:id="rId10"/>
    <p:sldId id="280" r:id="rId11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Garet" panose="020B0604020202020204" charset="0"/>
      <p:regular r:id="rId14"/>
    </p:embeddedFont>
    <p:embeddedFont>
      <p:font typeface="Gare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5000">
              <a:srgbClr val="E48005">
                <a:alpha val="100000"/>
              </a:srgbClr>
            </a:gs>
            <a:gs pos="50000">
              <a:srgbClr val="8A3300">
                <a:alpha val="100000"/>
              </a:srgbClr>
            </a:gs>
            <a:gs pos="85000">
              <a:srgbClr val="14CC97">
                <a:alpha val="100000"/>
              </a:srgbClr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487060" y="0"/>
            <a:ext cx="2646799" cy="2960595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7885470" y="6965576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 dirty="0" err="1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Intervenção</a:t>
            </a: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| Sesc São Caetano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400999"/>
            <a:ext cx="3100542" cy="48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5"/>
              </a:lnSpc>
            </a:pPr>
            <a:r>
              <a:rPr lang="en-US" sz="1473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07 DE MAIO A </a:t>
            </a:r>
          </a:p>
          <a:p>
            <a:pPr marL="0" lvl="0" indent="0" algn="l">
              <a:lnSpc>
                <a:spcPts val="1915"/>
              </a:lnSpc>
              <a:spcBef>
                <a:spcPct val="0"/>
              </a:spcBef>
            </a:pPr>
            <a:r>
              <a:rPr lang="en-US" sz="1473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20 DE DEZEMBRO DE 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099" b="1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Relatório</a:t>
            </a:r>
            <a:r>
              <a:rPr lang="en-US" sz="2099" b="1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99" b="1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geral</a:t>
            </a:r>
            <a:r>
              <a:rPr lang="en-US" sz="2099" b="1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77844" y="2767344"/>
            <a:ext cx="10927255" cy="289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r">
              <a:lnSpc>
                <a:spcPts val="7211"/>
              </a:lnSpc>
              <a:spcBef>
                <a:spcPct val="0"/>
              </a:spcBef>
            </a:pPr>
            <a:r>
              <a:rPr lang="pt-BR" sz="9245" spc="-730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Fragmentos do dia a dia: a pintura como retrato da realidade</a:t>
            </a:r>
            <a:endParaRPr lang="en-US" sz="9245" spc="-730" dirty="0">
              <a:solidFill>
                <a:schemeClr val="bg1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653040" y="5803255"/>
            <a:ext cx="9373830" cy="36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8"/>
              </a:lnSpc>
            </a:pP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Com Luiz Pasqualini e Elton Hipolito</a:t>
            </a:r>
            <a:endParaRPr lang="en-US" sz="2748" spc="-217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1557564"/>
            <a:ext cx="7279037" cy="78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endParaRPr lang="en-US" sz="5808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6140" y="5506011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Período</a:t>
            </a:r>
            <a:endParaRPr lang="en-US" sz="44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931017" y="5406258"/>
            <a:ext cx="5560985" cy="650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Ações</a:t>
            </a:r>
            <a:r>
              <a:rPr lang="en-US" sz="4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44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Integradas</a:t>
            </a:r>
            <a:endParaRPr lang="en-US" sz="44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2055" y="6124228"/>
            <a:ext cx="5177335" cy="53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07/05 a 20/12/2025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30460" y="6431552"/>
            <a:ext cx="5177335" cy="108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Bate-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papo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com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artistas</a:t>
            </a:r>
            <a:r>
              <a:rPr lang="en-US" sz="306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 </a:t>
            </a:r>
            <a:r>
              <a:rPr lang="en-US" sz="3068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curadoras</a:t>
            </a:r>
            <a:endParaRPr lang="en-US" sz="3068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680820" y="5537972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2"/>
              </a:lnSpc>
              <a:spcBef>
                <a:spcPct val="0"/>
              </a:spcBef>
            </a:pPr>
            <a:endParaRPr lang="en-US" sz="4400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056736" y="6156189"/>
            <a:ext cx="4870533" cy="163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Oficina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Introdução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à pintura a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óleo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com </a:t>
            </a:r>
            <a:r>
              <a:rPr lang="en-US" sz="305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artista</a:t>
            </a:r>
            <a:r>
              <a:rPr lang="en-US" sz="305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Luis Pasqualini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9" name="Freeform 9"/>
          <p:cNvSpPr/>
          <p:nvPr/>
        </p:nvSpPr>
        <p:spPr>
          <a:xfrm>
            <a:off x="137993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0F950054-21F1-2A9E-E636-B2A0D382AD3F}"/>
              </a:ext>
            </a:extLst>
          </p:cNvPr>
          <p:cNvSpPr txBox="1"/>
          <p:nvPr/>
        </p:nvSpPr>
        <p:spPr>
          <a:xfrm>
            <a:off x="572760" y="2626391"/>
            <a:ext cx="13226562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400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A intervenção reuniu as trajetórias dos artistas Luiz Pasqualini e Elton </a:t>
            </a:r>
            <a:r>
              <a:rPr lang="pt-BR" sz="4400" dirty="0" err="1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Hipolito</a:t>
            </a:r>
            <a:r>
              <a:rPr lang="pt-BR" sz="4400" dirty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, que, por meio da pintura, exploram o poder simbólico do cotidiano como expressão de identidade, memória e pertencimento do território da cidade de São Caetano.</a:t>
            </a:r>
            <a:endParaRPr lang="pt-BR" sz="4400" noProof="0" dirty="0">
              <a:solidFill>
                <a:srgbClr val="000000"/>
              </a:solidFill>
              <a:latin typeface="Garet" panose="020B0604020202020204" charset="0"/>
              <a:ea typeface="Garet"/>
              <a:cs typeface="Garet"/>
              <a:sym typeface="Garet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" y="8857018"/>
            <a:ext cx="18288000" cy="492443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noProof="0" dirty="0">
                <a:solidFill>
                  <a:schemeClr val="bg1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228 dias de visitação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06378A-EAC4-8AEB-EDA8-925CE16AA0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473A619-A185-7E13-FFE9-28DA349F71B9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FF2528C-549B-D853-2A77-2C0445ED0DA1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6AAB1D-6FEE-07E3-0395-97D5F5C9B40E}"/>
              </a:ext>
            </a:extLst>
          </p:cNvPr>
          <p:cNvSpPr txBox="1"/>
          <p:nvPr/>
        </p:nvSpPr>
        <p:spPr>
          <a:xfrm>
            <a:off x="11898870" y="8104363"/>
            <a:ext cx="495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/>
              <a:t>Fotos: Andreia </a:t>
            </a:r>
            <a:r>
              <a:rPr lang="pt-BR" sz="1400" dirty="0" err="1"/>
              <a:t>Rufato</a:t>
            </a:r>
            <a:endParaRPr lang="pt-BR" sz="1400" dirty="0"/>
          </a:p>
        </p:txBody>
      </p:sp>
      <p:pic>
        <p:nvPicPr>
          <p:cNvPr id="9" name="Imagem 8" descr="Pessoas em pé em ambiente interno&#10;&#10;O conteúdo gerado por IA pode estar incorreto.">
            <a:extLst>
              <a:ext uri="{FF2B5EF4-FFF2-40B4-BE49-F238E27FC236}">
                <a16:creationId xmlns:a16="http://schemas.microsoft.com/office/drawing/2014/main" id="{80CB9A8B-89F5-9D8D-9509-D43284C965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554" y="1133427"/>
            <a:ext cx="11453020" cy="671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78B6-8BFD-D9C1-2853-5A36DCC4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8A35FE-BE79-76FA-B59D-C338340490F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6701DC7-DF15-38C6-06BF-63EA819EE8D4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5499EDC-E752-8A1F-9CFD-86AD814CB5CD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FB028F-DD5B-A5DB-2613-C9D9135DB747}"/>
              </a:ext>
            </a:extLst>
          </p:cNvPr>
          <p:cNvSpPr txBox="1"/>
          <p:nvPr/>
        </p:nvSpPr>
        <p:spPr>
          <a:xfrm>
            <a:off x="1028700" y="316140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35AE9-549D-A724-999C-D818F04F5E18}"/>
              </a:ext>
            </a:extLst>
          </p:cNvPr>
          <p:cNvSpPr txBox="1"/>
          <p:nvPr/>
        </p:nvSpPr>
        <p:spPr>
          <a:xfrm>
            <a:off x="11430000" y="8125480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/>
              <a:t>Elton </a:t>
            </a:r>
            <a:r>
              <a:rPr lang="pt-BR" sz="1400" dirty="0" err="1"/>
              <a:t>Hipolito</a:t>
            </a:r>
            <a:r>
              <a:rPr lang="pt-BR" sz="1400" dirty="0"/>
              <a:t>. Fotos: Andreia </a:t>
            </a:r>
            <a:r>
              <a:rPr lang="pt-BR" sz="1400" dirty="0" err="1"/>
              <a:t>Rufato</a:t>
            </a:r>
            <a:endParaRPr lang="pt-BR" sz="1400" dirty="0"/>
          </a:p>
          <a:p>
            <a:pPr algn="r"/>
            <a:endParaRPr lang="pt-BR" sz="1400" dirty="0"/>
          </a:p>
        </p:txBody>
      </p:sp>
      <p:pic>
        <p:nvPicPr>
          <p:cNvPr id="13" name="Imagem 12" descr="Uma imagem contendo no interior, homem, em pé, edifício&#10;&#10;O conteúdo gerado por IA pode estar incorreto.">
            <a:extLst>
              <a:ext uri="{FF2B5EF4-FFF2-40B4-BE49-F238E27FC236}">
                <a16:creationId xmlns:a16="http://schemas.microsoft.com/office/drawing/2014/main" id="{9C8283E2-C569-C2D8-CB37-71201607F2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672700"/>
            <a:ext cx="10587296" cy="613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1D584-B904-80C1-E583-9D320CA6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5EB00F-33AD-B36F-3B69-6795552C5B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43CE01-1037-B462-DF4C-8C6982EE9866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9855945-7C4B-79C9-EC19-3E0CE8F3F1B5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9B2FE46-88F4-AC0C-E7CC-ED77407EE317}"/>
              </a:ext>
            </a:extLst>
          </p:cNvPr>
          <p:cNvSpPr txBox="1"/>
          <p:nvPr/>
        </p:nvSpPr>
        <p:spPr>
          <a:xfrm>
            <a:off x="1839565" y="3240110"/>
            <a:ext cx="5581664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50F38E-AD4E-7029-49E5-511546B43490}"/>
              </a:ext>
            </a:extLst>
          </p:cNvPr>
          <p:cNvSpPr txBox="1"/>
          <p:nvPr/>
        </p:nvSpPr>
        <p:spPr>
          <a:xfrm>
            <a:off x="11430000" y="8049280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/>
              <a:t>Luiz Pasqualini. Fotos: Andreia </a:t>
            </a:r>
            <a:r>
              <a:rPr lang="pt-BR" sz="1400" dirty="0" err="1"/>
              <a:t>Rufato</a:t>
            </a:r>
            <a:endParaRPr lang="pt-BR" sz="1400" dirty="0"/>
          </a:p>
          <a:p>
            <a:pPr algn="r"/>
            <a:endParaRPr lang="pt-BR" sz="1400" dirty="0"/>
          </a:p>
        </p:txBody>
      </p:sp>
      <p:pic>
        <p:nvPicPr>
          <p:cNvPr id="8" name="Imagem 7" descr="Homem em pé na frente de uma parede&#10;&#10;O conteúdo gerado por IA pode estar incorreto.">
            <a:extLst>
              <a:ext uri="{FF2B5EF4-FFF2-40B4-BE49-F238E27FC236}">
                <a16:creationId xmlns:a16="http://schemas.microsoft.com/office/drawing/2014/main" id="{C68FBBBA-651B-DC58-FD2C-D785D495C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49331" y="916512"/>
            <a:ext cx="10599104" cy="68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1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4BF215-012C-0BB6-7FA7-34B16A29D3E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8736DF3-8994-D83D-8F8B-AF08375CB210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7C2E4A0-364C-8305-CAA4-B3CF496D42E2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EFF2F3-EC3D-B0B2-4235-175D4F8E8FA0}"/>
              </a:ext>
            </a:extLst>
          </p:cNvPr>
          <p:cNvSpPr txBox="1"/>
          <p:nvPr/>
        </p:nvSpPr>
        <p:spPr>
          <a:xfrm>
            <a:off x="685800" y="1547561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5E7909-F004-D570-D4FF-3DB39C919F2A}"/>
              </a:ext>
            </a:extLst>
          </p:cNvPr>
          <p:cNvSpPr txBox="1"/>
          <p:nvPr/>
        </p:nvSpPr>
        <p:spPr>
          <a:xfrm>
            <a:off x="13125070" y="8125480"/>
            <a:ext cx="5086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/>
              <a:t>Conversa com os artistas </a:t>
            </a:r>
            <a:r>
              <a:rPr lang="it-IT" sz="1400" dirty="0"/>
              <a:t> Luiz Pasqualini e Elton Hipolito</a:t>
            </a:r>
            <a:r>
              <a:rPr lang="pt-BR" sz="1400" dirty="0"/>
              <a:t>, e as curadoras Bruna </a:t>
            </a:r>
            <a:r>
              <a:rPr lang="pt-BR" sz="1400" dirty="0" err="1"/>
              <a:t>Marassato</a:t>
            </a:r>
            <a:r>
              <a:rPr lang="pt-BR" sz="1400" dirty="0"/>
              <a:t> e Cristina </a:t>
            </a:r>
            <a:r>
              <a:rPr lang="pt-BR" sz="1400" dirty="0" err="1"/>
              <a:t>Suzuk</a:t>
            </a:r>
            <a:r>
              <a:rPr lang="pt-BR" sz="1400" dirty="0"/>
              <a:t>. Foto: Andreia </a:t>
            </a:r>
            <a:r>
              <a:rPr lang="pt-BR" sz="1400" dirty="0" err="1"/>
              <a:t>Rufato</a:t>
            </a:r>
            <a:r>
              <a:rPr lang="pt-BR" sz="1400" dirty="0"/>
              <a:t> </a:t>
            </a:r>
          </a:p>
        </p:txBody>
      </p:sp>
      <p:pic>
        <p:nvPicPr>
          <p:cNvPr id="15" name="Imagem 14" descr="Pessoas na frente de um espelho&#10;&#10;O conteúdo gerado por IA pode estar incorreto.">
            <a:extLst>
              <a:ext uri="{FF2B5EF4-FFF2-40B4-BE49-F238E27FC236}">
                <a16:creationId xmlns:a16="http://schemas.microsoft.com/office/drawing/2014/main" id="{30FC5985-4861-4D87-2171-756F868627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0021"/>
            <a:ext cx="8275350" cy="4381338"/>
          </a:xfrm>
          <a:prstGeom prst="rect">
            <a:avLst/>
          </a:prstGeom>
        </p:spPr>
      </p:pic>
      <p:pic>
        <p:nvPicPr>
          <p:cNvPr id="17" name="Imagem 16" descr="Pessoas com instrumentos musicais&#10;&#10;O conteúdo gerado por IA pode estar incorreto.">
            <a:extLst>
              <a:ext uri="{FF2B5EF4-FFF2-40B4-BE49-F238E27FC236}">
                <a16:creationId xmlns:a16="http://schemas.microsoft.com/office/drawing/2014/main" id="{FF4B5424-351D-2F43-3B15-374ED69B78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610100"/>
            <a:ext cx="8291886" cy="416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F4AA543F6DF343AE125287C7372420" ma:contentTypeVersion="19" ma:contentTypeDescription="Crie um novo documento." ma:contentTypeScope="" ma:versionID="5c156ee47157b23bbb4d74133864e0c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e2d2199643eb1e463aea5ecf1739fc3c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16E51-BF42-4DF3-BB5F-F92C4A17FB27}">
  <ds:schemaRefs>
    <ds:schemaRef ds:uri="http://purl.org/dc/elements/1.1/"/>
    <ds:schemaRef ds:uri="http://purl.org/dc/dcmitype/"/>
    <ds:schemaRef ds:uri="0c3ae786-5e4f-419c-8a3f-0eb5f2beec71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f0f1dc7-e081-4ee5-8ddc-4eb9cb678d2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CA6BB74-F6FC-454E-A0C6-921B08C9167D}"/>
</file>

<file path=customXml/itemProps3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148</Words>
  <Application>Microsoft Office PowerPoint</Application>
  <PresentationFormat>Personalizar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Garet</vt:lpstr>
      <vt:lpstr>Arial</vt:lpstr>
      <vt:lpstr>Calibri</vt:lpstr>
      <vt:lpstr>Garet Bold</vt:lpstr>
      <vt:lpstr>Archivo Black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Assojaba Tupinamba</dc:title>
  <dc:creator>Sabrina Popp Marin</dc:creator>
  <cp:lastModifiedBy>Sabrina Popp Marin</cp:lastModifiedBy>
  <cp:revision>11</cp:revision>
  <dcterms:created xsi:type="dcterms:W3CDTF">2006-08-16T00:00:00Z</dcterms:created>
  <dcterms:modified xsi:type="dcterms:W3CDTF">2026-02-02T20:49:02Z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</Properties>
</file>