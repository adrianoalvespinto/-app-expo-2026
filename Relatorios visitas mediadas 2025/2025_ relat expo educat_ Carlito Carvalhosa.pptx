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7" r:id="rId4"/>
  </p:sldMasterIdLst>
  <p:notesMasterIdLst>
    <p:notesMasterId r:id="rId18"/>
  </p:notesMasterIdLst>
  <p:sldIdLst>
    <p:sldId id="256" r:id="rId5"/>
    <p:sldId id="257" r:id="rId6"/>
    <p:sldId id="259" r:id="rId7"/>
    <p:sldId id="278" r:id="rId8"/>
    <p:sldId id="265" r:id="rId9"/>
    <p:sldId id="273" r:id="rId10"/>
    <p:sldId id="258" r:id="rId11"/>
    <p:sldId id="275" r:id="rId12"/>
    <p:sldId id="279" r:id="rId13"/>
    <p:sldId id="271" r:id="rId14"/>
    <p:sldId id="280" r:id="rId15"/>
    <p:sldId id="282" r:id="rId16"/>
    <p:sldId id="283" r:id="rId17"/>
  </p:sldIdLst>
  <p:sldSz cx="18288000" cy="10287000"/>
  <p:notesSz cx="6858000" cy="9144000"/>
  <p:embeddedFontLst>
    <p:embeddedFont>
      <p:font typeface="Archivo Black" panose="020B0604020202020204" charset="0"/>
      <p:regular r:id="rId19"/>
    </p:embeddedFont>
    <p:embeddedFont>
      <p:font typeface="Garet" panose="020B0604020202020204" charset="0"/>
      <p:regular r:id="rId20"/>
    </p:embeddedFont>
    <p:embeddedFont>
      <p:font typeface="Garet Bold" panose="020B0604020202020204" charset="0"/>
      <p:regular r:id="rId21"/>
    </p:embeddedFont>
  </p:embeddedFont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3447" autoAdjust="0"/>
  </p:normalViewPr>
  <p:slideViewPr>
    <p:cSldViewPr>
      <p:cViewPr varScale="1">
        <p:scale>
          <a:sx n="38" d="100"/>
          <a:sy n="38" d="100"/>
        </p:scale>
        <p:origin x="510" y="270"/>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font" Target="fonts/font3.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2.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manualLayout>
          <c:layoutTarget val="inner"/>
          <c:xMode val="edge"/>
          <c:yMode val="edge"/>
          <c:x val="1.7481059954841886E-2"/>
          <c:y val="0"/>
          <c:w val="0.94250363901018919"/>
          <c:h val="0.88192282668234023"/>
        </c:manualLayout>
      </c:layout>
      <c:barChart>
        <c:barDir val="col"/>
        <c:grouping val="stacked"/>
        <c:varyColors val="0"/>
        <c:ser>
          <c:idx val="0"/>
          <c:order val="0"/>
          <c:tx>
            <c:strRef>
              <c:f>Planilha1!$B$1</c:f>
              <c:strCache>
                <c:ptCount val="1"/>
                <c:pt idx="0">
                  <c:v>Série 1</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2400" b="0" i="0" u="none" strike="noStrike" kern="1200" baseline="0">
                    <a:solidFill>
                      <a:schemeClr val="lt1"/>
                    </a:solidFill>
                    <a:latin typeface="+mn-lt"/>
                    <a:ea typeface="+mn-ea"/>
                    <a:cs typeface="+mn-cs"/>
                  </a:defRPr>
                </a:pPr>
                <a:endParaRPr lang="pt-B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Planilha1!$A$2:$A$11</c:f>
              <c:strCache>
                <c:ptCount val="5"/>
                <c:pt idx="0">
                  <c:v>Outubro</c:v>
                </c:pt>
                <c:pt idx="1">
                  <c:v>Novembro</c:v>
                </c:pt>
                <c:pt idx="2">
                  <c:v>Dezembro</c:v>
                </c:pt>
                <c:pt idx="3">
                  <c:v>Janeiro</c:v>
                </c:pt>
                <c:pt idx="4">
                  <c:v>Fevereiro</c:v>
                </c:pt>
              </c:strCache>
            </c:strRef>
          </c:cat>
          <c:val>
            <c:numRef>
              <c:f>Planilha1!$B$2:$B$11</c:f>
              <c:numCache>
                <c:formatCode>General</c:formatCode>
                <c:ptCount val="10"/>
                <c:pt idx="0">
                  <c:v>5579</c:v>
                </c:pt>
                <c:pt idx="1">
                  <c:v>5109</c:v>
                </c:pt>
                <c:pt idx="2">
                  <c:v>4211</c:v>
                </c:pt>
                <c:pt idx="3">
                  <c:v>1896</c:v>
                </c:pt>
                <c:pt idx="4">
                  <c:v>859</c:v>
                </c:pt>
              </c:numCache>
            </c:numRef>
          </c:val>
          <c:extLst>
            <c:ext xmlns:c16="http://schemas.microsoft.com/office/drawing/2014/chart" uri="{C3380CC4-5D6E-409C-BE32-E72D297353CC}">
              <c16:uniqueId val="{00000000-FE0C-4415-8C53-828AF0FCC669}"/>
            </c:ext>
          </c:extLst>
        </c:ser>
        <c:dLbls>
          <c:showLegendKey val="0"/>
          <c:showVal val="1"/>
          <c:showCatName val="0"/>
          <c:showSerName val="0"/>
          <c:showPercent val="0"/>
          <c:showBubbleSize val="0"/>
        </c:dLbls>
        <c:gapWidth val="95"/>
        <c:overlap val="100"/>
        <c:axId val="758611048"/>
        <c:axId val="758607088"/>
      </c:barChart>
      <c:catAx>
        <c:axId val="758611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2400" b="0" i="0" u="none" strike="noStrike" kern="1200" cap="all" spc="120" normalizeH="0" baseline="0">
                <a:solidFill>
                  <a:schemeClr val="tx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2400"/>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pt-BR"/>
  <c:roundedCorners val="0"/>
  <mc:AlternateContent xmlns:mc="http://schemas.openxmlformats.org/markup-compatibility/2006">
    <mc:Choice xmlns:c14="http://schemas.microsoft.com/office/drawing/2007/8/2/chart" Requires="c14">
      <c14:style val="101"/>
    </mc:Choice>
    <mc:Fallback>
      <c:style val="1"/>
    </mc:Fallback>
  </mc:AlternateContent>
  <c:chart>
    <c:autoTitleDeleted val="1"/>
    <c:plotArea>
      <c:layout/>
      <c:lineChart>
        <c:grouping val="standard"/>
        <c:varyColors val="0"/>
        <c:ser>
          <c:idx val="0"/>
          <c:order val="0"/>
          <c:tx>
            <c:strRef>
              <c:f>Planilha1!$B$1</c:f>
              <c:strCache>
                <c:ptCount val="1"/>
                <c:pt idx="0">
                  <c:v>Série 1</c:v>
                </c:pt>
              </c:strCache>
            </c:strRef>
          </c:tx>
          <c:spPr>
            <a:ln w="19050" cap="rnd" cmpd="sng" algn="ctr">
              <a:solidFill>
                <a:schemeClr val="dk1">
                  <a:tint val="88500"/>
                  <a:shade val="95000"/>
                  <a:satMod val="105000"/>
                </a:schemeClr>
              </a:solidFill>
              <a:round/>
            </a:ln>
            <a:effectLst/>
          </c:spPr>
          <c:marker>
            <c:symbol val="circle"/>
            <c:size val="17"/>
            <c:spPr>
              <a:solidFill>
                <a:schemeClr val="lt1"/>
              </a:solidFill>
              <a:ln>
                <a:noFill/>
              </a:ln>
              <a:effectLst/>
            </c:spPr>
          </c:marker>
          <c:dLbls>
            <c:spPr>
              <a:noFill/>
              <a:ln>
                <a:noFill/>
              </a:ln>
              <a:effectLst/>
            </c:spPr>
            <c:txPr>
              <a:bodyPr rot="0" spcFirstLastPara="1" vertOverflow="ellipsis" vert="horz" wrap="square" anchor="ctr" anchorCtr="1"/>
              <a:lstStyle/>
              <a:p>
                <a:pPr>
                  <a:defRPr sz="2800" b="1" i="0" u="none" strike="noStrike" kern="1200" baseline="0">
                    <a:solidFill>
                      <a:schemeClr val="dk1">
                        <a:tint val="88500"/>
                      </a:schemeClr>
                    </a:solidFill>
                    <a:latin typeface="+mn-lt"/>
                    <a:ea typeface="+mn-ea"/>
                    <a:cs typeface="+mn-cs"/>
                  </a:defRPr>
                </a:pPr>
                <a:endParaRPr lang="pt-B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35000"/>
                          <a:lumOff val="65000"/>
                        </a:schemeClr>
                      </a:solidFill>
                    </a:ln>
                    <a:effectLst/>
                  </c:spPr>
                </c15:leaderLines>
              </c:ext>
            </c:extLst>
          </c:dLbls>
          <c:cat>
            <c:strRef>
              <c:f>Planilha1!$A$2:$A$5</c:f>
              <c:strCache>
                <c:ptCount val="4"/>
                <c:pt idx="0">
                  <c:v>Outubro</c:v>
                </c:pt>
                <c:pt idx="1">
                  <c:v>Dezembro</c:v>
                </c:pt>
                <c:pt idx="2">
                  <c:v>Janeiro</c:v>
                </c:pt>
                <c:pt idx="3">
                  <c:v>Fevereiro</c:v>
                </c:pt>
              </c:strCache>
            </c:strRef>
          </c:cat>
          <c:val>
            <c:numRef>
              <c:f>Planilha1!$B$2:$B$5</c:f>
              <c:numCache>
                <c:formatCode>General</c:formatCode>
                <c:ptCount val="4"/>
                <c:pt idx="0">
                  <c:v>1</c:v>
                </c:pt>
                <c:pt idx="1">
                  <c:v>1</c:v>
                </c:pt>
                <c:pt idx="2">
                  <c:v>2</c:v>
                </c:pt>
                <c:pt idx="3">
                  <c:v>1</c:v>
                </c:pt>
              </c:numCache>
            </c:numRef>
          </c:val>
          <c:smooth val="0"/>
          <c:extLst>
            <c:ext xmlns:c16="http://schemas.microsoft.com/office/drawing/2014/chart" uri="{C3380CC4-5D6E-409C-BE32-E72D297353CC}">
              <c16:uniqueId val="{00000000-FE0C-4415-8C53-828AF0FCC669}"/>
            </c:ext>
          </c:extLst>
        </c:ser>
        <c:dLbls>
          <c:dLblPos val="ctr"/>
          <c:showLegendKey val="0"/>
          <c:showVal val="1"/>
          <c:showCatName val="0"/>
          <c:showSerName val="0"/>
          <c:showPercent val="0"/>
          <c:showBubbleSize val="0"/>
        </c:dLbls>
        <c:marker val="1"/>
        <c:smooth val="0"/>
        <c:axId val="758611048"/>
        <c:axId val="758607088"/>
      </c:lineChart>
      <c:catAx>
        <c:axId val="758611048"/>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2800" b="0" i="0" u="none" strike="noStrike" kern="1200" baseline="0">
                <a:solidFill>
                  <a:schemeClr val="dk1">
                    <a:lumMod val="65000"/>
                    <a:lumOff val="35000"/>
                  </a:schemeClr>
                </a:solidFill>
                <a:latin typeface="+mn-lt"/>
                <a:ea typeface="+mn-ea"/>
                <a:cs typeface="+mn-cs"/>
              </a:defRPr>
            </a:pPr>
            <a:endParaRPr lang="pt-BR"/>
          </a:p>
        </c:txPr>
        <c:crossAx val="758607088"/>
        <c:crosses val="autoZero"/>
        <c:auto val="1"/>
        <c:lblAlgn val="ctr"/>
        <c:lblOffset val="100"/>
        <c:noMultiLvlLbl val="0"/>
      </c:catAx>
      <c:valAx>
        <c:axId val="758607088"/>
        <c:scaling>
          <c:orientation val="minMax"/>
        </c:scaling>
        <c:delete val="1"/>
        <c:axPos val="l"/>
        <c:numFmt formatCode="General" sourceLinked="1"/>
        <c:majorTickMark val="none"/>
        <c:minorTickMark val="none"/>
        <c:tickLblPos val="nextTo"/>
        <c:crossAx val="758611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lt1"/>
    </a:solidFill>
    <a:ln w="9525" cap="flat" cmpd="sng" algn="ctr">
      <a:solidFill>
        <a:schemeClr val="dk1">
          <a:lumMod val="15000"/>
          <a:lumOff val="85000"/>
        </a:schemeClr>
      </a:solidFill>
      <a:round/>
    </a:ln>
    <a:effectLst/>
  </c:spPr>
  <c:txPr>
    <a:bodyPr/>
    <a:lstStyle/>
    <a:p>
      <a:pPr>
        <a:defRPr sz="2800"/>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style1.xml><?xml version="1.0" encoding="utf-8"?>
<cs:chartStyle xmlns:cs="http://schemas.microsoft.com/office/drawing/2012/chartStyle" xmlns:a="http://schemas.openxmlformats.org/drawingml/2006/main" id="298">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lt1"/>
    </cs:fontRef>
    <cs:defRPr sz="1197" b="0" i="0" u="none" strike="noStrike" kern="1200" baseline="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34">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330" kern="1200"/>
  </cs:categoryAxis>
  <cs:chartArea>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cs:styleClr val="auto"/>
    </cs:fontRef>
    <cs:spPr/>
    <cs:defRPr sz="1197" b="1" i="0" u="none" strike="noStrike" kern="1200" baseline="0"/>
  </cs:dataLabel>
  <cs:dataLabelCallout>
    <cs:lnRef idx="0"/>
    <cs:fillRef idx="0"/>
    <cs:effectRef idx="0"/>
    <cs:fontRef idx="minor">
      <a:schemeClr val="dk1">
        <a:lumMod val="65000"/>
        <a:lumOff val="35000"/>
      </a:schemeClr>
    </cs:fontRef>
    <cs:spPr>
      <a:solidFill>
        <a:schemeClr val="lt1"/>
      </a:solidFill>
      <a:ln w="9575">
        <a:solidFill>
          <a:schemeClr val="lt1">
            <a:lumMod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19050" cap="rnd" cmpd="sng" algn="ctr">
        <a:solidFill>
          <a:schemeClr val="phClr">
            <a:shade val="95000"/>
            <a:satMod val="105000"/>
          </a:schemeClr>
        </a:solidFill>
        <a:round/>
      </a:ln>
    </cs:spPr>
  </cs:dataPointLine>
  <cs:dataPointMarker>
    <cs:lnRef idx="0"/>
    <cs:fillRef idx="0"/>
    <cs:effectRef idx="0"/>
    <cs:fontRef idx="minor">
      <a:schemeClr val="dk1"/>
    </cs:fontRef>
    <cs:spPr>
      <a:solidFill>
        <a:schemeClr val="lt1"/>
      </a:solidFill>
    </cs:spPr>
  </cs:dataPointMarker>
  <cs:dataPointMarkerLayout symbol="circle" size="17"/>
  <cs:dataPointWireframe>
    <cs:lnRef idx="0">
      <cs:styleClr val="auto"/>
    </cs:lnRef>
    <cs:fillRef idx="1"/>
    <cs:effectRef idx="0"/>
    <cs:fontRef idx="minor">
      <a:schemeClr val="dk1"/>
    </cs:fontRef>
    <cs:spPr>
      <a:ln w="9525">
        <a:solidFill>
          <a:schemeClr val="phClr"/>
        </a:solidFill>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35000"/>
            <a:lumOff val="65000"/>
          </a:schemeClr>
        </a:solidFill>
      </a:ln>
    </cs:spPr>
  </cs:dropLine>
  <cs:errorBar>
    <cs:lnRef idx="0"/>
    <cs:fillRef idx="0"/>
    <cs:effectRef idx="0"/>
    <cs:fontRef idx="minor">
      <a:schemeClr val="dk1"/>
    </cs:fontRef>
    <cs:spPr>
      <a:ln w="9525">
        <a:solidFill>
          <a:schemeClr val="dk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ln>
    </cs:spPr>
  </cs:seriesLine>
  <cs:title>
    <cs:lnRef idx="0"/>
    <cs:fillRef idx="0"/>
    <cs:effectRef idx="0"/>
    <cs:fontRef idx="minor">
      <a:schemeClr val="dk1"/>
    </cs:fontRef>
    <cs:defRPr sz="1915" b="0" kern="1200" cap="all" spc="0" baseline="0">
      <a:gradFill>
        <a:gsLst>
          <a:gs pos="0">
            <a:schemeClr val="dk1">
              <a:lumMod val="50000"/>
              <a:lumOff val="50000"/>
            </a:schemeClr>
          </a:gs>
          <a:gs pos="100000">
            <a:schemeClr val="dk1">
              <a:lumMod val="85000"/>
              <a:lumOff val="15000"/>
            </a:schemeClr>
          </a:gs>
        </a:gsLst>
        <a:lin ang="5400000" scaled="0"/>
      </a:gradFill>
    </cs:defRPr>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50000"/>
            <a:lumOff val="50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9462A7-D93D-4585-8DF1-631315E49F5D}" type="datetimeFigureOut">
              <a:rPr lang="pt-BR" smtClean="0"/>
              <a:t>28/04/2026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158A87-E2C5-468E-BCE3-38A907ED00E2}" type="slidenum">
              <a:rPr lang="pt-BR" smtClean="0"/>
              <a:t>‹nº›</a:t>
            </a:fld>
            <a:endParaRPr lang="pt-BR"/>
          </a:p>
        </p:txBody>
      </p:sp>
    </p:spTree>
    <p:extLst>
      <p:ext uri="{BB962C8B-B14F-4D97-AF65-F5344CB8AC3E}">
        <p14:creationId xmlns:p14="http://schemas.microsoft.com/office/powerpoint/2010/main" val="1723118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9EDFD1-07D0-9895-6931-808E6FB496CA}"/>
              </a:ext>
            </a:extLst>
          </p:cNvPr>
          <p:cNvSpPr>
            <a:spLocks noGrp="1"/>
          </p:cNvSpPr>
          <p:nvPr>
            <p:ph type="ctrTitle"/>
          </p:nvPr>
        </p:nvSpPr>
        <p:spPr>
          <a:xfrm>
            <a:off x="2286000" y="1683545"/>
            <a:ext cx="13716000" cy="3581400"/>
          </a:xfrm>
        </p:spPr>
        <p:txBody>
          <a:bodyPr anchor="b"/>
          <a:lstStyle>
            <a:lvl1pPr algn="ctr">
              <a:defRPr sz="9000"/>
            </a:lvl1pPr>
          </a:lstStyle>
          <a:p>
            <a:r>
              <a:rPr lang="pt-BR"/>
              <a:t>Clique para editar o título Mestre</a:t>
            </a:r>
          </a:p>
        </p:txBody>
      </p:sp>
      <p:sp>
        <p:nvSpPr>
          <p:cNvPr id="3" name="Subtítulo 2">
            <a:extLst>
              <a:ext uri="{FF2B5EF4-FFF2-40B4-BE49-F238E27FC236}">
                <a16:creationId xmlns:a16="http://schemas.microsoft.com/office/drawing/2014/main" id="{17C06217-090C-C6E3-1F1D-029009963834}"/>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ADA5E136-B79C-F6D3-0FA4-A3D3333FA61B}"/>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Espaço Reservado para Rodapé 4">
            <a:extLst>
              <a:ext uri="{FF2B5EF4-FFF2-40B4-BE49-F238E27FC236}">
                <a16:creationId xmlns:a16="http://schemas.microsoft.com/office/drawing/2014/main" id="{CF4942FC-61F5-7947-E324-FA0013CAA873}"/>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512F7150-05F1-C117-24C4-9CF47AC2F219}"/>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660144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F2BA9B-59F3-EB5D-EAA5-81FEB4C5AC67}"/>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1660AF5A-826C-5363-7AED-084A9AF11766}"/>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998E1BB-DA93-4A35-EDE7-1FA5417C4EF4}"/>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Espaço Reservado para Rodapé 4">
            <a:extLst>
              <a:ext uri="{FF2B5EF4-FFF2-40B4-BE49-F238E27FC236}">
                <a16:creationId xmlns:a16="http://schemas.microsoft.com/office/drawing/2014/main" id="{531225FE-93AA-465E-0366-75B7360C9581}"/>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988A0301-58C5-98C7-F5DC-C8B6B5A13E4F}"/>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00039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DCB3A6-86A6-C51A-E594-54324D9CCC33}"/>
              </a:ext>
            </a:extLst>
          </p:cNvPr>
          <p:cNvSpPr>
            <a:spLocks noGrp="1"/>
          </p:cNvSpPr>
          <p:nvPr>
            <p:ph type="title"/>
          </p:nvPr>
        </p:nvSpPr>
        <p:spPr>
          <a:xfrm>
            <a:off x="1247775" y="2564608"/>
            <a:ext cx="15773400" cy="4279106"/>
          </a:xfrm>
        </p:spPr>
        <p:txBody>
          <a:bodyPr anchor="b"/>
          <a:lstStyle>
            <a:lvl1pPr>
              <a:defRPr sz="9000"/>
            </a:lvl1pPr>
          </a:lstStyle>
          <a:p>
            <a:r>
              <a:rPr lang="pt-BR"/>
              <a:t>Clique para editar o título Mestre</a:t>
            </a:r>
          </a:p>
        </p:txBody>
      </p:sp>
      <p:sp>
        <p:nvSpPr>
          <p:cNvPr id="3" name="Espaço Reservado para Texto 2">
            <a:extLst>
              <a:ext uri="{FF2B5EF4-FFF2-40B4-BE49-F238E27FC236}">
                <a16:creationId xmlns:a16="http://schemas.microsoft.com/office/drawing/2014/main" id="{294069A9-6B20-BA02-273A-E2F9CC1BD874}"/>
              </a:ext>
            </a:extLst>
          </p:cNvPr>
          <p:cNvSpPr>
            <a:spLocks noGrp="1"/>
          </p:cNvSpPr>
          <p:nvPr>
            <p:ph type="body" idx="1"/>
          </p:nvPr>
        </p:nvSpPr>
        <p:spPr>
          <a:xfrm>
            <a:off x="1247775" y="6884195"/>
            <a:ext cx="15773400" cy="2250281"/>
          </a:xfrm>
        </p:spPr>
        <p:txBody>
          <a:bodyPr/>
          <a:lstStyle>
            <a:lvl1pPr marL="0" indent="0">
              <a:buNone/>
              <a:defRPr sz="3600">
                <a:solidFill>
                  <a:schemeClr val="tx1">
                    <a:tint val="82000"/>
                  </a:schemeClr>
                </a:solidFill>
              </a:defRPr>
            </a:lvl1pPr>
            <a:lvl2pPr marL="685800" indent="0">
              <a:buNone/>
              <a:defRPr sz="3000">
                <a:solidFill>
                  <a:schemeClr val="tx1">
                    <a:tint val="82000"/>
                  </a:schemeClr>
                </a:solidFill>
              </a:defRPr>
            </a:lvl2pPr>
            <a:lvl3pPr marL="1371600" indent="0">
              <a:buNone/>
              <a:defRPr sz="2700">
                <a:solidFill>
                  <a:schemeClr val="tx1">
                    <a:tint val="82000"/>
                  </a:schemeClr>
                </a:solidFill>
              </a:defRPr>
            </a:lvl3pPr>
            <a:lvl4pPr marL="2057400" indent="0">
              <a:buNone/>
              <a:defRPr sz="2400">
                <a:solidFill>
                  <a:schemeClr val="tx1">
                    <a:tint val="82000"/>
                  </a:schemeClr>
                </a:solidFill>
              </a:defRPr>
            </a:lvl4pPr>
            <a:lvl5pPr marL="2743200" indent="0">
              <a:buNone/>
              <a:defRPr sz="2400">
                <a:solidFill>
                  <a:schemeClr val="tx1">
                    <a:tint val="82000"/>
                  </a:schemeClr>
                </a:solidFill>
              </a:defRPr>
            </a:lvl5pPr>
            <a:lvl6pPr marL="3429000" indent="0">
              <a:buNone/>
              <a:defRPr sz="2400">
                <a:solidFill>
                  <a:schemeClr val="tx1">
                    <a:tint val="82000"/>
                  </a:schemeClr>
                </a:solidFill>
              </a:defRPr>
            </a:lvl6pPr>
            <a:lvl7pPr marL="4114800" indent="0">
              <a:buNone/>
              <a:defRPr sz="2400">
                <a:solidFill>
                  <a:schemeClr val="tx1">
                    <a:tint val="82000"/>
                  </a:schemeClr>
                </a:solidFill>
              </a:defRPr>
            </a:lvl7pPr>
            <a:lvl8pPr marL="4800600" indent="0">
              <a:buNone/>
              <a:defRPr sz="2400">
                <a:solidFill>
                  <a:schemeClr val="tx1">
                    <a:tint val="82000"/>
                  </a:schemeClr>
                </a:solidFill>
              </a:defRPr>
            </a:lvl8pPr>
            <a:lvl9pPr marL="5486400" indent="0">
              <a:buNone/>
              <a:defRPr sz="2400">
                <a:solidFill>
                  <a:schemeClr val="tx1">
                    <a:tint val="82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0F818F89-9CD6-A036-98C6-5A37525DA48E}"/>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Espaço Reservado para Rodapé 4">
            <a:extLst>
              <a:ext uri="{FF2B5EF4-FFF2-40B4-BE49-F238E27FC236}">
                <a16:creationId xmlns:a16="http://schemas.microsoft.com/office/drawing/2014/main" id="{F155C1CB-5FD5-58CB-2216-8CEBCC449410}"/>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5A47D046-848E-273F-A84E-9DA5B5D73F58}"/>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61120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35CC3C-8D31-F6C0-C836-1DD994E64F2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5A85AB24-D17D-EDB6-EC29-15571E57EA24}"/>
              </a:ext>
            </a:extLst>
          </p:cNvPr>
          <p:cNvSpPr>
            <a:spLocks noGrp="1"/>
          </p:cNvSpPr>
          <p:nvPr>
            <p:ph sz="half" idx="1"/>
          </p:nvPr>
        </p:nvSpPr>
        <p:spPr>
          <a:xfrm>
            <a:off x="1257300" y="2738438"/>
            <a:ext cx="7772400" cy="652700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4A6868E2-CD6B-8BCE-A5FF-B390B6BAC6A9}"/>
              </a:ext>
            </a:extLst>
          </p:cNvPr>
          <p:cNvSpPr>
            <a:spLocks noGrp="1"/>
          </p:cNvSpPr>
          <p:nvPr>
            <p:ph sz="half" idx="2"/>
          </p:nvPr>
        </p:nvSpPr>
        <p:spPr>
          <a:xfrm>
            <a:off x="9258300" y="2738438"/>
            <a:ext cx="7772400" cy="6527007"/>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20DDA2F7-25C5-74B5-370A-4F1F939CDE02}"/>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Espaço Reservado para Rodapé 5">
            <a:extLst>
              <a:ext uri="{FF2B5EF4-FFF2-40B4-BE49-F238E27FC236}">
                <a16:creationId xmlns:a16="http://schemas.microsoft.com/office/drawing/2014/main" id="{2FFA9D1B-FA0C-E28B-E5EC-8D6B6D64677A}"/>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1C157040-98FE-57A4-CAA6-4D5EF83AB992}"/>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3909139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F89955-D93A-FD52-3CB6-402ED4250B7B}"/>
              </a:ext>
            </a:extLst>
          </p:cNvPr>
          <p:cNvSpPr>
            <a:spLocks noGrp="1"/>
          </p:cNvSpPr>
          <p:nvPr>
            <p:ph type="title"/>
          </p:nvPr>
        </p:nvSpPr>
        <p:spPr>
          <a:xfrm>
            <a:off x="1259682" y="547688"/>
            <a:ext cx="15773400" cy="1988345"/>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FC1F931B-FE16-0586-7C54-3EABE9146E2B}"/>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3652AB97-CACB-7DA4-02FA-2EF7893BF8E0}"/>
              </a:ext>
            </a:extLst>
          </p:cNvPr>
          <p:cNvSpPr>
            <a:spLocks noGrp="1"/>
          </p:cNvSpPr>
          <p:nvPr>
            <p:ph sz="half" idx="2"/>
          </p:nvPr>
        </p:nvSpPr>
        <p:spPr>
          <a:xfrm>
            <a:off x="1259683" y="3757613"/>
            <a:ext cx="7736681" cy="552688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88C55787-527E-5BEF-15A6-27FB78B1EB1D}"/>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B1793EB6-EE43-3DAB-A61B-5637BAA107D5}"/>
              </a:ext>
            </a:extLst>
          </p:cNvPr>
          <p:cNvSpPr>
            <a:spLocks noGrp="1"/>
          </p:cNvSpPr>
          <p:nvPr>
            <p:ph sz="quarter" idx="4"/>
          </p:nvPr>
        </p:nvSpPr>
        <p:spPr>
          <a:xfrm>
            <a:off x="9258300" y="3757613"/>
            <a:ext cx="7774782" cy="5526882"/>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6DF8C6E8-C19F-49FB-C048-C4B3D9EAA4C8}"/>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8" name="Espaço Reservado para Rodapé 7">
            <a:extLst>
              <a:ext uri="{FF2B5EF4-FFF2-40B4-BE49-F238E27FC236}">
                <a16:creationId xmlns:a16="http://schemas.microsoft.com/office/drawing/2014/main" id="{37171136-3F17-B678-82C1-E6EE138890DD}"/>
              </a:ext>
            </a:extLst>
          </p:cNvPr>
          <p:cNvSpPr>
            <a:spLocks noGrp="1"/>
          </p:cNvSpPr>
          <p:nvPr>
            <p:ph type="ftr" sz="quarter" idx="11"/>
          </p:nvPr>
        </p:nvSpPr>
        <p:spPr/>
        <p:txBody>
          <a:bodyPr/>
          <a:lstStyle/>
          <a:p>
            <a:endParaRPr lang="en-US"/>
          </a:p>
        </p:txBody>
      </p:sp>
      <p:sp>
        <p:nvSpPr>
          <p:cNvPr id="9" name="Espaço Reservado para Número de Slide 8">
            <a:extLst>
              <a:ext uri="{FF2B5EF4-FFF2-40B4-BE49-F238E27FC236}">
                <a16:creationId xmlns:a16="http://schemas.microsoft.com/office/drawing/2014/main" id="{CC10425F-7D15-F564-5F92-DDB7D29900F2}"/>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566155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5F2147-C0AB-1D6F-8EAE-3EA88A5210EE}"/>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A65B749C-0E04-8C74-374B-67108E3DFE62}"/>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4" name="Espaço Reservado para Rodapé 3">
            <a:extLst>
              <a:ext uri="{FF2B5EF4-FFF2-40B4-BE49-F238E27FC236}">
                <a16:creationId xmlns:a16="http://schemas.microsoft.com/office/drawing/2014/main" id="{3E9AA65C-3CD3-7801-6F87-8AD73ED9A006}"/>
              </a:ext>
            </a:extLst>
          </p:cNvPr>
          <p:cNvSpPr>
            <a:spLocks noGrp="1"/>
          </p:cNvSpPr>
          <p:nvPr>
            <p:ph type="ftr" sz="quarter" idx="11"/>
          </p:nvPr>
        </p:nvSpPr>
        <p:spPr/>
        <p:txBody>
          <a:bodyPr/>
          <a:lstStyle/>
          <a:p>
            <a:endParaRPr lang="en-US"/>
          </a:p>
        </p:txBody>
      </p:sp>
      <p:sp>
        <p:nvSpPr>
          <p:cNvPr id="5" name="Espaço Reservado para Número de Slide 4">
            <a:extLst>
              <a:ext uri="{FF2B5EF4-FFF2-40B4-BE49-F238E27FC236}">
                <a16:creationId xmlns:a16="http://schemas.microsoft.com/office/drawing/2014/main" id="{6A553874-8DBA-C137-440B-38BDD715752E}"/>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623670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D47AE2F9-B4EC-A599-8F48-AAF5C8605592}"/>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3" name="Espaço Reservado para Rodapé 2">
            <a:extLst>
              <a:ext uri="{FF2B5EF4-FFF2-40B4-BE49-F238E27FC236}">
                <a16:creationId xmlns:a16="http://schemas.microsoft.com/office/drawing/2014/main" id="{1FBD910C-A64F-14FE-6430-954DEFE19B5C}"/>
              </a:ext>
            </a:extLst>
          </p:cNvPr>
          <p:cNvSpPr>
            <a:spLocks noGrp="1"/>
          </p:cNvSpPr>
          <p:nvPr>
            <p:ph type="ftr" sz="quarter" idx="11"/>
          </p:nvPr>
        </p:nvSpPr>
        <p:spPr/>
        <p:txBody>
          <a:bodyPr/>
          <a:lstStyle/>
          <a:p>
            <a:endParaRPr lang="en-US"/>
          </a:p>
        </p:txBody>
      </p:sp>
      <p:sp>
        <p:nvSpPr>
          <p:cNvPr id="4" name="Espaço Reservado para Número de Slide 3">
            <a:extLst>
              <a:ext uri="{FF2B5EF4-FFF2-40B4-BE49-F238E27FC236}">
                <a16:creationId xmlns:a16="http://schemas.microsoft.com/office/drawing/2014/main" id="{3F6ACC45-CC17-CEE7-DC4D-986BB03D4DA0}"/>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299540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CACD5B-204C-FADC-8B71-635298644D64}"/>
              </a:ext>
            </a:extLst>
          </p:cNvPr>
          <p:cNvSpPr>
            <a:spLocks noGrp="1"/>
          </p:cNvSpPr>
          <p:nvPr>
            <p:ph type="title"/>
          </p:nvPr>
        </p:nvSpPr>
        <p:spPr>
          <a:xfrm>
            <a:off x="1259683" y="685800"/>
            <a:ext cx="5898356" cy="2400300"/>
          </a:xfrm>
        </p:spPr>
        <p:txBody>
          <a:bodyPr anchor="b"/>
          <a:lstStyle>
            <a:lvl1pPr>
              <a:defRPr sz="48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2F945FAC-626B-787D-1BFA-1C9D7473DC2F}"/>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8AB6B4C-F3DD-1289-3CFC-5DFB565B84DA}"/>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8642C783-02F5-270C-DD5B-26AA0EFC3FC2}"/>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Espaço Reservado para Rodapé 5">
            <a:extLst>
              <a:ext uri="{FF2B5EF4-FFF2-40B4-BE49-F238E27FC236}">
                <a16:creationId xmlns:a16="http://schemas.microsoft.com/office/drawing/2014/main" id="{BE4B9156-7E4B-C61D-1D95-D705DA1D701B}"/>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60BE66FB-4A52-5557-D2A4-AED6023390D4}"/>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3471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DC9DC08-4102-558B-640C-8C60F41768B3}"/>
              </a:ext>
            </a:extLst>
          </p:cNvPr>
          <p:cNvSpPr>
            <a:spLocks noGrp="1"/>
          </p:cNvSpPr>
          <p:nvPr>
            <p:ph type="title"/>
          </p:nvPr>
        </p:nvSpPr>
        <p:spPr>
          <a:xfrm>
            <a:off x="1259683" y="685800"/>
            <a:ext cx="5898356" cy="2400300"/>
          </a:xfrm>
        </p:spPr>
        <p:txBody>
          <a:bodyPr anchor="b"/>
          <a:lstStyle>
            <a:lvl1pPr>
              <a:defRPr sz="4800"/>
            </a:lvl1pPr>
          </a:lstStyle>
          <a:p>
            <a:r>
              <a:rPr lang="pt-BR"/>
              <a:t>Clique para editar o título Mestre</a:t>
            </a:r>
          </a:p>
        </p:txBody>
      </p:sp>
      <p:sp>
        <p:nvSpPr>
          <p:cNvPr id="3" name="Espaço Reservado para Imagem 2">
            <a:extLst>
              <a:ext uri="{FF2B5EF4-FFF2-40B4-BE49-F238E27FC236}">
                <a16:creationId xmlns:a16="http://schemas.microsoft.com/office/drawing/2014/main" id="{31FD21F3-4846-6851-AE6A-73728BFA9D91}"/>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pt-BR"/>
          </a:p>
        </p:txBody>
      </p:sp>
      <p:sp>
        <p:nvSpPr>
          <p:cNvPr id="4" name="Espaço Reservado para Texto 3">
            <a:extLst>
              <a:ext uri="{FF2B5EF4-FFF2-40B4-BE49-F238E27FC236}">
                <a16:creationId xmlns:a16="http://schemas.microsoft.com/office/drawing/2014/main" id="{6F2B71D6-C421-7E81-98DF-13D24B4102EB}"/>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10A80F7E-ECD5-4C51-0439-EDF904E7F15F}"/>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6" name="Espaço Reservado para Rodapé 5">
            <a:extLst>
              <a:ext uri="{FF2B5EF4-FFF2-40B4-BE49-F238E27FC236}">
                <a16:creationId xmlns:a16="http://schemas.microsoft.com/office/drawing/2014/main" id="{F6A54BCD-D5CC-AED3-60BD-53C526EAE7C8}"/>
              </a:ext>
            </a:extLst>
          </p:cNvPr>
          <p:cNvSpPr>
            <a:spLocks noGrp="1"/>
          </p:cNvSpPr>
          <p:nvPr>
            <p:ph type="ftr" sz="quarter" idx="11"/>
          </p:nvPr>
        </p:nvSpPr>
        <p:spPr/>
        <p:txBody>
          <a:bodyPr/>
          <a:lstStyle/>
          <a:p>
            <a:endParaRPr lang="en-US"/>
          </a:p>
        </p:txBody>
      </p:sp>
      <p:sp>
        <p:nvSpPr>
          <p:cNvPr id="7" name="Espaço Reservado para Número de Slide 6">
            <a:extLst>
              <a:ext uri="{FF2B5EF4-FFF2-40B4-BE49-F238E27FC236}">
                <a16:creationId xmlns:a16="http://schemas.microsoft.com/office/drawing/2014/main" id="{E422D30A-CC50-C543-F801-5503C19671DD}"/>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24623281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D65739-580D-4F41-1371-8A8AE955BEDA}"/>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D524A1F7-1F6C-9A5A-A49C-F0904D52C705}"/>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E13675A-B3C3-03CD-1E7B-C8695CE73AE8}"/>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Espaço Reservado para Rodapé 4">
            <a:extLst>
              <a:ext uri="{FF2B5EF4-FFF2-40B4-BE49-F238E27FC236}">
                <a16:creationId xmlns:a16="http://schemas.microsoft.com/office/drawing/2014/main" id="{DC6D7B00-67E7-4A51-AD9F-7AD39743743C}"/>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6A74895E-C7E3-4358-9DF3-58641EA2EAE9}"/>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1883877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27988C0-1BA8-5496-E4D9-0776BCF18B2B}"/>
              </a:ext>
            </a:extLst>
          </p:cNvPr>
          <p:cNvSpPr>
            <a:spLocks noGrp="1"/>
          </p:cNvSpPr>
          <p:nvPr>
            <p:ph type="title" orient="vert"/>
          </p:nvPr>
        </p:nvSpPr>
        <p:spPr>
          <a:xfrm>
            <a:off x="13087350" y="547688"/>
            <a:ext cx="3943350" cy="8717757"/>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E5E7A8C5-C95F-F036-765E-E0A028E7B9A4}"/>
              </a:ext>
            </a:extLst>
          </p:cNvPr>
          <p:cNvSpPr>
            <a:spLocks noGrp="1"/>
          </p:cNvSpPr>
          <p:nvPr>
            <p:ph type="body" orient="vert" idx="1"/>
          </p:nvPr>
        </p:nvSpPr>
        <p:spPr>
          <a:xfrm>
            <a:off x="1257300" y="547688"/>
            <a:ext cx="11601450" cy="8717757"/>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ADA90E99-D59F-A010-DB15-C5C6BB1E4F1E}"/>
              </a:ext>
            </a:extLst>
          </p:cNvPr>
          <p:cNvSpPr>
            <a:spLocks noGrp="1"/>
          </p:cNvSpPr>
          <p:nvPr>
            <p:ph type="dt" sz="half" idx="10"/>
          </p:nvPr>
        </p:nvSpPr>
        <p:spPr/>
        <p:txBody>
          <a:bodyPr/>
          <a:lstStyle/>
          <a:p>
            <a:fld id="{1D8BD707-D9CF-40AE-B4C6-C98DA3205C09}" type="datetimeFigureOut">
              <a:rPr lang="en-US" smtClean="0"/>
              <a:pPr/>
              <a:t>4/28/2026</a:t>
            </a:fld>
            <a:endParaRPr lang="en-US"/>
          </a:p>
        </p:txBody>
      </p:sp>
      <p:sp>
        <p:nvSpPr>
          <p:cNvPr id="5" name="Espaço Reservado para Rodapé 4">
            <a:extLst>
              <a:ext uri="{FF2B5EF4-FFF2-40B4-BE49-F238E27FC236}">
                <a16:creationId xmlns:a16="http://schemas.microsoft.com/office/drawing/2014/main" id="{67319735-FB86-F190-D1EF-5C2FB4123F59}"/>
              </a:ext>
            </a:extLst>
          </p:cNvPr>
          <p:cNvSpPr>
            <a:spLocks noGrp="1"/>
          </p:cNvSpPr>
          <p:nvPr>
            <p:ph type="ftr" sz="quarter" idx="11"/>
          </p:nvPr>
        </p:nvSpPr>
        <p:spPr/>
        <p:txBody>
          <a:bodyPr/>
          <a:lstStyle/>
          <a:p>
            <a:endParaRPr lang="en-US"/>
          </a:p>
        </p:txBody>
      </p:sp>
      <p:sp>
        <p:nvSpPr>
          <p:cNvPr id="6" name="Espaço Reservado para Número de Slide 5">
            <a:extLst>
              <a:ext uri="{FF2B5EF4-FFF2-40B4-BE49-F238E27FC236}">
                <a16:creationId xmlns:a16="http://schemas.microsoft.com/office/drawing/2014/main" id="{075F014C-89E8-A63C-A93E-39ABAC95A858}"/>
              </a:ext>
            </a:extLst>
          </p:cNvPr>
          <p:cNvSpPr>
            <a:spLocks noGrp="1"/>
          </p:cNvSpPr>
          <p:nvPr>
            <p:ph type="sldNum" sz="quarter" idx="12"/>
          </p:nvPr>
        </p:nvSpPr>
        <p:spPr/>
        <p:txBody>
          <a:bodyPr/>
          <a:lstStyle/>
          <a:p>
            <a:fld id="{B6F15528-21DE-4FAA-801E-634DDDAF4B2B}" type="slidenum">
              <a:rPr lang="en-US" smtClean="0"/>
              <a:pPr/>
              <a:t>‹nº›</a:t>
            </a:fld>
            <a:endParaRPr lang="en-US"/>
          </a:p>
        </p:txBody>
      </p:sp>
    </p:spTree>
    <p:extLst>
      <p:ext uri="{BB962C8B-B14F-4D97-AF65-F5344CB8AC3E}">
        <p14:creationId xmlns:p14="http://schemas.microsoft.com/office/powerpoint/2010/main" val="4597627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897CC710-A32F-4516-E2B8-4080B93FEC43}"/>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A3C5DB5A-EA1D-012A-FE71-289ABBECF4ED}"/>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DF999A7B-1032-DEE3-F042-04F3BBC2F4C0}"/>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82000"/>
                  </a:schemeClr>
                </a:solidFill>
              </a:defRPr>
            </a:lvl1pPr>
          </a:lstStyle>
          <a:p>
            <a:fld id="{1D8BD707-D9CF-40AE-B4C6-C98DA3205C09}" type="datetimeFigureOut">
              <a:rPr lang="en-US" smtClean="0"/>
              <a:pPr/>
              <a:t>4/28/2026</a:t>
            </a:fld>
            <a:endParaRPr lang="en-US"/>
          </a:p>
        </p:txBody>
      </p:sp>
      <p:sp>
        <p:nvSpPr>
          <p:cNvPr id="5" name="Espaço Reservado para Rodapé 4">
            <a:extLst>
              <a:ext uri="{FF2B5EF4-FFF2-40B4-BE49-F238E27FC236}">
                <a16:creationId xmlns:a16="http://schemas.microsoft.com/office/drawing/2014/main" id="{15EF03E5-ACD2-90DB-012E-974B19656EED}"/>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82000"/>
                  </a:schemeClr>
                </a:solidFill>
              </a:defRPr>
            </a:lvl1pPr>
          </a:lstStyle>
          <a:p>
            <a:endParaRPr lang="en-US"/>
          </a:p>
        </p:txBody>
      </p:sp>
      <p:sp>
        <p:nvSpPr>
          <p:cNvPr id="6" name="Espaço Reservado para Número de Slide 5">
            <a:extLst>
              <a:ext uri="{FF2B5EF4-FFF2-40B4-BE49-F238E27FC236}">
                <a16:creationId xmlns:a16="http://schemas.microsoft.com/office/drawing/2014/main" id="{98960481-9E4B-9E87-274D-D394C84D00E0}"/>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82000"/>
                  </a:schemeClr>
                </a:solidFill>
              </a:defRPr>
            </a:lvl1pPr>
          </a:lstStyle>
          <a:p>
            <a:fld id="{B6F15528-21DE-4FAA-801E-634DDDAF4B2B}" type="slidenum">
              <a:rPr lang="en-US" smtClean="0"/>
              <a:pPr/>
              <a:t>‹nº›</a:t>
            </a:fld>
            <a:endParaRPr lang="en-US"/>
          </a:p>
        </p:txBody>
      </p:sp>
    </p:spTree>
    <p:extLst>
      <p:ext uri="{BB962C8B-B14F-4D97-AF65-F5344CB8AC3E}">
        <p14:creationId xmlns:p14="http://schemas.microsoft.com/office/powerpoint/2010/main" val="40829342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5000">
              <a:srgbClr val="E48005">
                <a:alpha val="100000"/>
              </a:srgbClr>
            </a:gs>
            <a:gs pos="50000">
              <a:srgbClr val="8A3300">
                <a:alpha val="100000"/>
              </a:srgbClr>
            </a:gs>
            <a:gs pos="85000">
              <a:srgbClr val="14CC97">
                <a:alpha val="100000"/>
              </a:srgbClr>
            </a:gs>
          </a:gsLst>
          <a:lin ang="18900000"/>
        </a:gradFill>
        <a:effectLst/>
      </p:bgPr>
    </p:bg>
    <p:spTree>
      <p:nvGrpSpPr>
        <p:cNvPr id="1" name=""/>
        <p:cNvGrpSpPr/>
        <p:nvPr/>
      </p:nvGrpSpPr>
      <p:grpSpPr>
        <a:xfrm>
          <a:off x="0" y="0"/>
          <a:ext cx="0" cy="0"/>
          <a:chOff x="0" y="0"/>
          <a:chExt cx="0" cy="0"/>
        </a:xfrm>
      </p:grpSpPr>
      <p:sp>
        <p:nvSpPr>
          <p:cNvPr id="2" name="Freeform 2"/>
          <p:cNvSpPr/>
          <p:nvPr/>
        </p:nvSpPr>
        <p:spPr>
          <a:xfrm>
            <a:off x="15379298" y="8311463"/>
            <a:ext cx="1880002" cy="946837"/>
          </a:xfrm>
          <a:custGeom>
            <a:avLst/>
            <a:gdLst/>
            <a:ahLst/>
            <a:cxnLst/>
            <a:rect l="l" t="t" r="r" b="b"/>
            <a:pathLst>
              <a:path w="1880002" h="946837">
                <a:moveTo>
                  <a:pt x="0" y="0"/>
                </a:moveTo>
                <a:lnTo>
                  <a:pt x="1880002" y="0"/>
                </a:lnTo>
                <a:lnTo>
                  <a:pt x="1880002" y="946837"/>
                </a:lnTo>
                <a:lnTo>
                  <a:pt x="0" y="94683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pt-BR"/>
          </a:p>
        </p:txBody>
      </p:sp>
      <p:sp>
        <p:nvSpPr>
          <p:cNvPr id="3" name="Freeform 3"/>
          <p:cNvSpPr/>
          <p:nvPr/>
        </p:nvSpPr>
        <p:spPr>
          <a:xfrm>
            <a:off x="487060" y="0"/>
            <a:ext cx="2646799" cy="2960595"/>
          </a:xfrm>
          <a:custGeom>
            <a:avLst/>
            <a:gdLst/>
            <a:ahLst/>
            <a:cxnLst/>
            <a:rect l="l" t="t" r="r" b="b"/>
            <a:pathLst>
              <a:path w="2646799" h="2960595">
                <a:moveTo>
                  <a:pt x="0" y="0"/>
                </a:moveTo>
                <a:lnTo>
                  <a:pt x="2646799" y="0"/>
                </a:lnTo>
                <a:lnTo>
                  <a:pt x="2646799" y="2960595"/>
                </a:lnTo>
                <a:lnTo>
                  <a:pt x="0" y="2960595"/>
                </a:lnTo>
                <a:lnTo>
                  <a:pt x="0" y="0"/>
                </a:lnTo>
                <a:close/>
              </a:path>
            </a:pathLst>
          </a:custGeom>
          <a:blipFill>
            <a:blip r:embed="rId3"/>
            <a:stretch>
              <a:fillRect/>
            </a:stretch>
          </a:blipFill>
        </p:spPr>
        <p:txBody>
          <a:bodyPr/>
          <a:lstStyle/>
          <a:p>
            <a:endParaRPr lang="pt-BR"/>
          </a:p>
        </p:txBody>
      </p:sp>
      <p:sp>
        <p:nvSpPr>
          <p:cNvPr id="4" name="TextBox 4"/>
          <p:cNvSpPr txBox="1"/>
          <p:nvPr/>
        </p:nvSpPr>
        <p:spPr>
          <a:xfrm>
            <a:off x="7885470" y="6965576"/>
            <a:ext cx="9373830" cy="370917"/>
          </a:xfrm>
          <a:prstGeom prst="rect">
            <a:avLst/>
          </a:prstGeom>
        </p:spPr>
        <p:txBody>
          <a:bodyPr lIns="0" tIns="0" rIns="0" bIns="0" rtlCol="0" anchor="t">
            <a:spAutoFit/>
          </a:bodyPr>
          <a:lstStyle/>
          <a:p>
            <a:pPr marL="0" lvl="0" indent="0" algn="r">
              <a:lnSpc>
                <a:spcPts val="2748"/>
              </a:lnSpc>
              <a:spcBef>
                <a:spcPct val="0"/>
              </a:spcBef>
            </a:pPr>
            <a:r>
              <a:rPr lang="en-US" sz="2748" spc="-217" dirty="0" err="1">
                <a:solidFill>
                  <a:schemeClr val="bg1"/>
                </a:solidFill>
                <a:latin typeface="Garet" panose="020B0604020202020204" charset="0"/>
                <a:ea typeface="Archivo Black"/>
                <a:cs typeface="Archivo Black"/>
                <a:sym typeface="Archivo Black"/>
              </a:rPr>
              <a:t>Exposição</a:t>
            </a:r>
            <a:r>
              <a:rPr lang="en-US" sz="2748" spc="-217" dirty="0">
                <a:solidFill>
                  <a:schemeClr val="bg1"/>
                </a:solidFill>
                <a:latin typeface="Garet" panose="020B0604020202020204" charset="0"/>
                <a:ea typeface="Archivo Black"/>
                <a:cs typeface="Archivo Black"/>
                <a:sym typeface="Archivo Black"/>
              </a:rPr>
              <a:t> | </a:t>
            </a:r>
            <a:r>
              <a:rPr lang="en-US" sz="2748" spc="-217" dirty="0" err="1">
                <a:solidFill>
                  <a:schemeClr val="bg1"/>
                </a:solidFill>
                <a:latin typeface="Garet" panose="020B0604020202020204" charset="0"/>
                <a:ea typeface="Archivo Black"/>
                <a:cs typeface="Archivo Black"/>
                <a:sym typeface="Archivo Black"/>
              </a:rPr>
              <a:t>Sesc</a:t>
            </a:r>
            <a:r>
              <a:rPr lang="en-US" sz="2748" spc="-217" dirty="0">
                <a:solidFill>
                  <a:schemeClr val="bg1"/>
                </a:solidFill>
                <a:latin typeface="Garet" panose="020B0604020202020204" charset="0"/>
                <a:ea typeface="Archivo Black"/>
                <a:cs typeface="Archivo Black"/>
                <a:sym typeface="Archivo Black"/>
              </a:rPr>
              <a:t>  Pompeia</a:t>
            </a:r>
          </a:p>
        </p:txBody>
      </p:sp>
      <p:sp>
        <p:nvSpPr>
          <p:cNvPr id="5" name="TextBox 5"/>
          <p:cNvSpPr txBox="1"/>
          <p:nvPr/>
        </p:nvSpPr>
        <p:spPr>
          <a:xfrm>
            <a:off x="1023257" y="8316906"/>
            <a:ext cx="3100542" cy="483081"/>
          </a:xfrm>
          <a:prstGeom prst="rect">
            <a:avLst/>
          </a:prstGeom>
        </p:spPr>
        <p:txBody>
          <a:bodyPr lIns="0" tIns="0" rIns="0" bIns="0" rtlCol="0" anchor="t">
            <a:spAutoFit/>
          </a:bodyPr>
          <a:lstStyle/>
          <a:p>
            <a:pPr algn="l">
              <a:lnSpc>
                <a:spcPts val="1915"/>
              </a:lnSpc>
            </a:pPr>
            <a:r>
              <a:rPr lang="pt-BR" sz="1473" b="1" dirty="0">
                <a:solidFill>
                  <a:srgbClr val="2B2B2B"/>
                </a:solidFill>
                <a:latin typeface="Garet Bold"/>
                <a:ea typeface="Garet Bold"/>
                <a:cs typeface="Garet Bold"/>
                <a:sym typeface="Garet Bold"/>
              </a:rPr>
              <a:t>08 de outubro de 2024 a 09 de fevereiro de 2025</a:t>
            </a:r>
            <a:endParaRPr lang="en-US" sz="1473" b="1" dirty="0">
              <a:solidFill>
                <a:srgbClr val="2B2B2B"/>
              </a:solidFill>
              <a:latin typeface="Garet Bold"/>
              <a:ea typeface="Garet Bold"/>
              <a:cs typeface="Garet Bold"/>
              <a:sym typeface="Garet Bold"/>
            </a:endParaRPr>
          </a:p>
        </p:txBody>
      </p:sp>
      <p:sp>
        <p:nvSpPr>
          <p:cNvPr id="10" name="TextBox 10"/>
          <p:cNvSpPr txBox="1"/>
          <p:nvPr/>
        </p:nvSpPr>
        <p:spPr>
          <a:xfrm>
            <a:off x="12088760" y="954405"/>
            <a:ext cx="5170540" cy="365760"/>
          </a:xfrm>
          <a:prstGeom prst="rect">
            <a:avLst/>
          </a:prstGeom>
        </p:spPr>
        <p:txBody>
          <a:bodyPr lIns="0" tIns="0" rIns="0" bIns="0" rtlCol="0" anchor="t">
            <a:spAutoFit/>
          </a:bodyPr>
          <a:lstStyle/>
          <a:p>
            <a:pPr algn="r">
              <a:lnSpc>
                <a:spcPts val="2939"/>
              </a:lnSpc>
              <a:spcBef>
                <a:spcPct val="0"/>
              </a:spcBef>
            </a:pPr>
            <a:r>
              <a:rPr lang="en-US" sz="2099" b="1" dirty="0" err="1">
                <a:solidFill>
                  <a:schemeClr val="bg1"/>
                </a:solidFill>
                <a:latin typeface="Garet"/>
                <a:ea typeface="Garet"/>
                <a:cs typeface="Garet"/>
                <a:sym typeface="Garet"/>
              </a:rPr>
              <a:t>Relatório</a:t>
            </a:r>
            <a:r>
              <a:rPr lang="en-US" sz="2099" b="1" dirty="0">
                <a:solidFill>
                  <a:schemeClr val="bg1"/>
                </a:solidFill>
                <a:latin typeface="Garet"/>
                <a:ea typeface="Garet"/>
                <a:cs typeface="Garet"/>
                <a:sym typeface="Garet"/>
              </a:rPr>
              <a:t> </a:t>
            </a:r>
            <a:r>
              <a:rPr lang="en-US" sz="2099" b="1" dirty="0" err="1">
                <a:solidFill>
                  <a:schemeClr val="bg1"/>
                </a:solidFill>
                <a:latin typeface="Garet"/>
                <a:ea typeface="Garet"/>
                <a:cs typeface="Garet"/>
                <a:sym typeface="Garet"/>
              </a:rPr>
              <a:t>geral</a:t>
            </a:r>
            <a:r>
              <a:rPr lang="en-US" sz="2099" b="1" dirty="0">
                <a:solidFill>
                  <a:schemeClr val="bg1"/>
                </a:solidFill>
                <a:latin typeface="Garet"/>
                <a:ea typeface="Garet"/>
                <a:cs typeface="Garet"/>
                <a:sym typeface="Garet"/>
              </a:rPr>
              <a:t> </a:t>
            </a:r>
          </a:p>
        </p:txBody>
      </p:sp>
      <p:sp>
        <p:nvSpPr>
          <p:cNvPr id="11" name="TextBox 11"/>
          <p:cNvSpPr txBox="1"/>
          <p:nvPr/>
        </p:nvSpPr>
        <p:spPr>
          <a:xfrm>
            <a:off x="3133859" y="3504509"/>
            <a:ext cx="14109499" cy="1971502"/>
          </a:xfrm>
          <a:prstGeom prst="rect">
            <a:avLst/>
          </a:prstGeom>
        </p:spPr>
        <p:txBody>
          <a:bodyPr wrap="square" lIns="0" tIns="0" rIns="0" bIns="0" rtlCol="0" anchor="t">
            <a:spAutoFit/>
          </a:bodyPr>
          <a:lstStyle/>
          <a:p>
            <a:pPr marL="0" lvl="0" indent="0" algn="r">
              <a:lnSpc>
                <a:spcPts val="7211"/>
              </a:lnSpc>
              <a:spcBef>
                <a:spcPct val="0"/>
              </a:spcBef>
            </a:pPr>
            <a:r>
              <a:rPr lang="en-US" sz="9245" spc="-730" dirty="0">
                <a:solidFill>
                  <a:schemeClr val="bg1"/>
                </a:solidFill>
                <a:latin typeface="Garet Bold" panose="020B0604020202020204" charset="0"/>
                <a:ea typeface="Archivo Black"/>
                <a:cs typeface="Archivo Black"/>
                <a:sym typeface="Archivo Black"/>
              </a:rPr>
              <a:t>A NATUREZA DAS COISAS: CARLITO CARVALHOSA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5" name="Freeform 5"/>
          <p:cNvSpPr/>
          <p:nvPr/>
        </p:nvSpPr>
        <p:spPr>
          <a:xfrm rot="-10800000">
            <a:off x="11159450" y="-140976"/>
            <a:ext cx="2611028" cy="4114800"/>
          </a:xfrm>
          <a:custGeom>
            <a:avLst/>
            <a:gdLst/>
            <a:ahLst/>
            <a:cxnLst/>
            <a:rect l="l" t="t" r="r" b="b"/>
            <a:pathLst>
              <a:path w="2611028" h="4114800">
                <a:moveTo>
                  <a:pt x="0" y="0"/>
                </a:moveTo>
                <a:lnTo>
                  <a:pt x="2611028" y="0"/>
                </a:lnTo>
                <a:lnTo>
                  <a:pt x="2611028"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6" name="TextBox 6"/>
          <p:cNvSpPr txBox="1"/>
          <p:nvPr/>
        </p:nvSpPr>
        <p:spPr>
          <a:xfrm>
            <a:off x="1028700" y="1557564"/>
            <a:ext cx="7279037" cy="781240"/>
          </a:xfrm>
          <a:prstGeom prst="rect">
            <a:avLst/>
          </a:prstGeom>
        </p:spPr>
        <p:txBody>
          <a:bodyPr lIns="0" tIns="0" rIns="0" bIns="0" rtlCol="0" anchor="t">
            <a:spAutoFit/>
          </a:bodyPr>
          <a:lstStyle/>
          <a:p>
            <a:pPr marL="0" lvl="0" indent="0" algn="l">
              <a:lnSpc>
                <a:spcPts val="5808"/>
              </a:lnSpc>
              <a:spcBef>
                <a:spcPct val="0"/>
              </a:spcBef>
            </a:pPr>
            <a:r>
              <a:rPr lang="en-US" sz="5808" spc="-458" dirty="0" err="1">
                <a:solidFill>
                  <a:srgbClr val="000000"/>
                </a:solidFill>
                <a:latin typeface="Garet Bold" panose="020B0604020202020204" charset="0"/>
                <a:ea typeface="Archivo Black"/>
                <a:cs typeface="Archivo Black"/>
                <a:sym typeface="Archivo Black"/>
              </a:rPr>
              <a:t>Destaques</a:t>
            </a:r>
            <a:endParaRPr lang="en-US" sz="5808" spc="-458" dirty="0">
              <a:solidFill>
                <a:srgbClr val="000000"/>
              </a:solidFill>
              <a:latin typeface="Garet Bold" panose="020B0604020202020204" charset="0"/>
              <a:ea typeface="Archivo Black"/>
              <a:cs typeface="Archivo Black"/>
              <a:sym typeface="Archivo Black"/>
            </a:endParaRPr>
          </a:p>
        </p:txBody>
      </p:sp>
      <p:sp>
        <p:nvSpPr>
          <p:cNvPr id="9" name="TextBox 9"/>
          <p:cNvSpPr txBox="1"/>
          <p:nvPr/>
        </p:nvSpPr>
        <p:spPr>
          <a:xfrm>
            <a:off x="916140" y="5506011"/>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90.546</a:t>
            </a:r>
          </a:p>
        </p:txBody>
      </p:sp>
      <p:sp>
        <p:nvSpPr>
          <p:cNvPr id="10" name="TextBox 10"/>
          <p:cNvSpPr txBox="1"/>
          <p:nvPr/>
        </p:nvSpPr>
        <p:spPr>
          <a:xfrm>
            <a:off x="6495750" y="5506012"/>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14.899</a:t>
            </a:r>
          </a:p>
        </p:txBody>
      </p:sp>
      <p:sp>
        <p:nvSpPr>
          <p:cNvPr id="11" name="TextBox 11"/>
          <p:cNvSpPr txBox="1"/>
          <p:nvPr/>
        </p:nvSpPr>
        <p:spPr>
          <a:xfrm>
            <a:off x="292055" y="6124228"/>
            <a:ext cx="5177335" cy="1050900"/>
          </a:xfrm>
          <a:prstGeom prst="rect">
            <a:avLst/>
          </a:prstGeom>
        </p:spPr>
        <p:txBody>
          <a:bodyPr lIns="0" tIns="0" rIns="0" bIns="0" rtlCol="0" anchor="t">
            <a:spAutoFit/>
          </a:bodyPr>
          <a:lstStyle/>
          <a:p>
            <a:pPr algn="ctr">
              <a:lnSpc>
                <a:spcPts val="4295"/>
              </a:lnSpc>
            </a:pPr>
            <a:r>
              <a:rPr lang="en-US" sz="3068" dirty="0" err="1">
                <a:solidFill>
                  <a:srgbClr val="000000"/>
                </a:solidFill>
                <a:latin typeface="Garet"/>
                <a:ea typeface="Garet"/>
                <a:cs typeface="Garet"/>
                <a:sym typeface="Garet"/>
              </a:rPr>
              <a:t>presenças</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em</a:t>
            </a:r>
            <a:r>
              <a:rPr lang="en-US" sz="3068" dirty="0">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toda</a:t>
            </a:r>
            <a:r>
              <a:rPr lang="en-US" sz="3068" dirty="0">
                <a:solidFill>
                  <a:srgbClr val="000000"/>
                </a:solidFill>
                <a:latin typeface="Garet"/>
                <a:ea typeface="Garet"/>
                <a:cs typeface="Garet"/>
                <a:sym typeface="Garet"/>
              </a:rPr>
              <a:t> </a:t>
            </a:r>
          </a:p>
          <a:p>
            <a:pPr marL="0" lvl="0" indent="0" algn="ctr">
              <a:lnSpc>
                <a:spcPts val="4295"/>
              </a:lnSpc>
              <a:spcBef>
                <a:spcPct val="0"/>
              </a:spcBef>
            </a:pPr>
            <a:r>
              <a:rPr lang="en-US" sz="3068" dirty="0" err="1">
                <a:solidFill>
                  <a:srgbClr val="000000"/>
                </a:solidFill>
                <a:latin typeface="Garet"/>
                <a:ea typeface="Garet"/>
                <a:cs typeface="Garet"/>
                <a:sym typeface="Garet"/>
              </a:rPr>
              <a:t>programação</a:t>
            </a:r>
            <a:endParaRPr lang="en-US" sz="3068" dirty="0">
              <a:solidFill>
                <a:srgbClr val="000000"/>
              </a:solidFill>
              <a:latin typeface="Garet"/>
              <a:ea typeface="Garet"/>
              <a:cs typeface="Garet"/>
              <a:sym typeface="Garet"/>
            </a:endParaRPr>
          </a:p>
        </p:txBody>
      </p:sp>
      <p:sp>
        <p:nvSpPr>
          <p:cNvPr id="12" name="TextBox 12"/>
          <p:cNvSpPr txBox="1"/>
          <p:nvPr/>
        </p:nvSpPr>
        <p:spPr>
          <a:xfrm>
            <a:off x="5871665" y="6124228"/>
            <a:ext cx="5177335" cy="1083053"/>
          </a:xfrm>
          <a:prstGeom prst="rect">
            <a:avLst/>
          </a:prstGeom>
        </p:spPr>
        <p:txBody>
          <a:bodyPr lIns="0" tIns="0" rIns="0" bIns="0" rtlCol="0" anchor="t">
            <a:spAutoFit/>
          </a:bodyPr>
          <a:lstStyle/>
          <a:p>
            <a:pPr algn="ctr">
              <a:lnSpc>
                <a:spcPts val="4295"/>
              </a:lnSpc>
            </a:pPr>
            <a:r>
              <a:rPr lang="en-US" sz="3068" dirty="0" err="1">
                <a:solidFill>
                  <a:srgbClr val="000000"/>
                </a:solidFill>
                <a:latin typeface="Garet"/>
                <a:ea typeface="Garet"/>
                <a:cs typeface="Garet"/>
                <a:sym typeface="Garet"/>
              </a:rPr>
              <a:t>pessoas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atendidas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em</a:t>
            </a:r>
            <a:r>
              <a:rPr lang="en-US" sz="3068">
                <a:solidFill>
                  <a:srgbClr val="000000"/>
                </a:solidFill>
                <a:latin typeface="Garet"/>
                <a:ea typeface="Garet"/>
                <a:cs typeface="Garet"/>
                <a:sym typeface="Garet"/>
              </a:rPr>
              <a:t> </a:t>
            </a:r>
          </a:p>
          <a:p>
            <a:pPr marL="0" lvl="0" indent="0" algn="ctr">
              <a:lnSpc>
                <a:spcPts val="4295"/>
              </a:lnSpc>
              <a:spcBef>
                <a:spcPct val="0"/>
              </a:spcBef>
            </a:pPr>
            <a:r>
              <a:rPr lang="en-US" sz="3068" dirty="0" err="1">
                <a:solidFill>
                  <a:srgbClr val="000000"/>
                </a:solidFill>
                <a:latin typeface="Garet"/>
                <a:ea typeface="Garet"/>
                <a:cs typeface="Garet"/>
                <a:sym typeface="Garet"/>
              </a:rPr>
              <a:t>visitas</a:t>
            </a:r>
            <a:r>
              <a:rPr lang="en-US" sz="3068">
                <a:solidFill>
                  <a:srgbClr val="000000"/>
                </a:solidFill>
                <a:latin typeface="Garet"/>
                <a:ea typeface="Garet"/>
                <a:cs typeface="Garet"/>
                <a:sym typeface="Garet"/>
              </a:rPr>
              <a:t> </a:t>
            </a:r>
            <a:r>
              <a:rPr lang="en-US" sz="3068" dirty="0" err="1">
                <a:solidFill>
                  <a:srgbClr val="000000"/>
                </a:solidFill>
                <a:latin typeface="Garet"/>
                <a:ea typeface="Garet"/>
                <a:cs typeface="Garet"/>
                <a:sym typeface="Garet"/>
              </a:rPr>
              <a:t>mediadas</a:t>
            </a:r>
            <a:endParaRPr lang="en-US" sz="3068">
              <a:solidFill>
                <a:srgbClr val="000000"/>
              </a:solidFill>
              <a:latin typeface="Garet"/>
              <a:ea typeface="Garet"/>
              <a:cs typeface="Garet"/>
              <a:sym typeface="Garet"/>
            </a:endParaRPr>
          </a:p>
        </p:txBody>
      </p:sp>
      <p:sp>
        <p:nvSpPr>
          <p:cNvPr id="13" name="TextBox 13"/>
          <p:cNvSpPr txBox="1"/>
          <p:nvPr/>
        </p:nvSpPr>
        <p:spPr>
          <a:xfrm>
            <a:off x="12680820" y="5537972"/>
            <a:ext cx="3929165" cy="650178"/>
          </a:xfrm>
          <a:prstGeom prst="rect">
            <a:avLst/>
          </a:prstGeom>
        </p:spPr>
        <p:txBody>
          <a:bodyPr lIns="0" tIns="0" rIns="0" bIns="0" rtlCol="0" anchor="t">
            <a:spAutoFit/>
          </a:bodyPr>
          <a:lstStyle/>
          <a:p>
            <a:pPr marL="0" lvl="0" indent="0" algn="ctr">
              <a:lnSpc>
                <a:spcPts val="5032"/>
              </a:lnSpc>
              <a:spcBef>
                <a:spcPct val="0"/>
              </a:spcBef>
            </a:pPr>
            <a:r>
              <a:rPr lang="en-US" sz="4400" b="1" dirty="0">
                <a:solidFill>
                  <a:srgbClr val="000000"/>
                </a:solidFill>
                <a:latin typeface="Garet Bold"/>
                <a:ea typeface="Garet Bold"/>
                <a:cs typeface="Garet Bold"/>
                <a:sym typeface="Garet Bold"/>
              </a:rPr>
              <a:t>2.262</a:t>
            </a:r>
          </a:p>
        </p:txBody>
      </p:sp>
      <p:sp>
        <p:nvSpPr>
          <p:cNvPr id="14" name="TextBox 14"/>
          <p:cNvSpPr txBox="1"/>
          <p:nvPr/>
        </p:nvSpPr>
        <p:spPr>
          <a:xfrm>
            <a:off x="12056736" y="6156189"/>
            <a:ext cx="4870533" cy="1082348"/>
          </a:xfrm>
          <a:prstGeom prst="rect">
            <a:avLst/>
          </a:prstGeom>
        </p:spPr>
        <p:txBody>
          <a:bodyPr wrap="square" lIns="0" tIns="0" rIns="0" bIns="0" rtlCol="0" anchor="t">
            <a:spAutoFit/>
          </a:bodyPr>
          <a:lstStyle/>
          <a:p>
            <a:pPr algn="ctr">
              <a:lnSpc>
                <a:spcPts val="4295"/>
              </a:lnSpc>
            </a:pPr>
            <a:r>
              <a:rPr lang="en-US" sz="3050" dirty="0" err="1">
                <a:solidFill>
                  <a:srgbClr val="000000"/>
                </a:solidFill>
                <a:latin typeface="Garet"/>
                <a:ea typeface="Garet"/>
                <a:cs typeface="Garet"/>
                <a:sym typeface="Garet"/>
              </a:rPr>
              <a:t>presenças</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em</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ações</a:t>
            </a:r>
            <a:r>
              <a:rPr lang="en-US" sz="3050" dirty="0">
                <a:solidFill>
                  <a:srgbClr val="000000"/>
                </a:solidFill>
                <a:latin typeface="Garet"/>
                <a:ea typeface="Garet"/>
                <a:cs typeface="Garet"/>
                <a:sym typeface="Garet"/>
              </a:rPr>
              <a:t> de </a:t>
            </a:r>
            <a:r>
              <a:rPr lang="en-US" sz="3050" dirty="0" err="1">
                <a:solidFill>
                  <a:srgbClr val="000000"/>
                </a:solidFill>
                <a:latin typeface="Garet"/>
                <a:ea typeface="Garet"/>
                <a:cs typeface="Garet"/>
                <a:sym typeface="Garet"/>
              </a:rPr>
              <a:t>programação</a:t>
            </a:r>
            <a:r>
              <a:rPr lang="en-US" sz="3050" dirty="0">
                <a:solidFill>
                  <a:srgbClr val="000000"/>
                </a:solidFill>
                <a:latin typeface="Garet"/>
                <a:ea typeface="Garet"/>
                <a:cs typeface="Garet"/>
                <a:sym typeface="Garet"/>
              </a:rPr>
              <a:t> </a:t>
            </a:r>
            <a:r>
              <a:rPr lang="en-US" sz="3050" dirty="0" err="1">
                <a:solidFill>
                  <a:srgbClr val="000000"/>
                </a:solidFill>
                <a:latin typeface="Garet"/>
                <a:ea typeface="Garet"/>
                <a:cs typeface="Garet"/>
                <a:sym typeface="Garet"/>
              </a:rPr>
              <a:t>integrada</a:t>
            </a:r>
            <a:endParaRPr lang="en-US" sz="3050" dirty="0">
              <a:solidFill>
                <a:srgbClr val="000000"/>
              </a:solidFill>
              <a:latin typeface="Garet"/>
              <a:ea typeface="Garet"/>
              <a:cs typeface="Garet"/>
              <a:sym typeface="Gare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noProof="0" dirty="0"/>
          </a:p>
        </p:txBody>
      </p:sp>
      <p:sp>
        <p:nvSpPr>
          <p:cNvPr id="9" name="Freeform 9"/>
          <p:cNvSpPr/>
          <p:nvPr/>
        </p:nvSpPr>
        <p:spPr>
          <a:xfrm>
            <a:off x="13456423" y="1883102"/>
            <a:ext cx="3802877" cy="1486579"/>
          </a:xfrm>
          <a:custGeom>
            <a:avLst/>
            <a:gdLst/>
            <a:ahLst/>
            <a:cxnLst/>
            <a:rect l="l" t="t" r="r" b="b"/>
            <a:pathLst>
              <a:path w="3802877" h="1486579">
                <a:moveTo>
                  <a:pt x="0" y="0"/>
                </a:moveTo>
                <a:lnTo>
                  <a:pt x="3802877" y="0"/>
                </a:lnTo>
                <a:lnTo>
                  <a:pt x="3802877" y="1486579"/>
                </a:lnTo>
                <a:lnTo>
                  <a:pt x="0" y="148657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noProof="0" dirty="0"/>
          </a:p>
        </p:txBody>
      </p:sp>
      <p:sp>
        <p:nvSpPr>
          <p:cNvPr id="10" name="TextBox 10"/>
          <p:cNvSpPr txBox="1"/>
          <p:nvPr/>
        </p:nvSpPr>
        <p:spPr>
          <a:xfrm>
            <a:off x="11100751" y="3060654"/>
            <a:ext cx="6158549" cy="1519129"/>
          </a:xfrm>
          <a:prstGeom prst="rect">
            <a:avLst/>
          </a:prstGeom>
        </p:spPr>
        <p:txBody>
          <a:bodyPr lIns="0" tIns="0" rIns="0" bIns="0" rtlCol="0" anchor="t">
            <a:spAutoFit/>
          </a:bodyPr>
          <a:lstStyle/>
          <a:p>
            <a:pPr algn="r">
              <a:lnSpc>
                <a:spcPts val="5808"/>
              </a:lnSpc>
            </a:pPr>
            <a:r>
              <a:rPr lang="pt-BR" sz="5808" spc="-458" noProof="0" dirty="0">
                <a:solidFill>
                  <a:srgbClr val="000000"/>
                </a:solidFill>
                <a:latin typeface="Archivo Black"/>
                <a:ea typeface="Archivo Black"/>
                <a:cs typeface="Archivo Black"/>
                <a:sym typeface="Archivo Black"/>
              </a:rPr>
              <a:t> </a:t>
            </a:r>
          </a:p>
          <a:p>
            <a:pPr marL="0" lvl="0" indent="0" algn="r">
              <a:lnSpc>
                <a:spcPts val="5808"/>
              </a:lnSpc>
              <a:spcBef>
                <a:spcPct val="0"/>
              </a:spcBef>
            </a:pPr>
            <a:r>
              <a:rPr lang="pt-BR" sz="5808" spc="-458" noProof="0" dirty="0">
                <a:solidFill>
                  <a:srgbClr val="000000"/>
                </a:solidFill>
                <a:latin typeface="Garet Bold" panose="020B0604020202020204" charset="0"/>
                <a:ea typeface="Archivo Black"/>
                <a:cs typeface="Archivo Black"/>
                <a:sym typeface="Archivo Black"/>
              </a:rPr>
              <a:t>presenças</a:t>
            </a:r>
          </a:p>
        </p:txBody>
      </p:sp>
      <p:sp>
        <p:nvSpPr>
          <p:cNvPr id="3" name="TextBox 13">
            <a:extLst>
              <a:ext uri="{FF2B5EF4-FFF2-40B4-BE49-F238E27FC236}">
                <a16:creationId xmlns:a16="http://schemas.microsoft.com/office/drawing/2014/main" id="{0F950054-21F1-2A9E-E636-B2A0D382AD3F}"/>
              </a:ext>
            </a:extLst>
          </p:cNvPr>
          <p:cNvSpPr txBox="1"/>
          <p:nvPr/>
        </p:nvSpPr>
        <p:spPr>
          <a:xfrm>
            <a:off x="1022838" y="3330572"/>
            <a:ext cx="4530613" cy="2369880"/>
          </a:xfrm>
          <a:prstGeom prst="rect">
            <a:avLst/>
          </a:prstGeom>
        </p:spPr>
        <p:txBody>
          <a:bodyPr wrap="square" lIns="0" tIns="0" rIns="0" bIns="0" rtlCol="0" anchor="t">
            <a:spAutoFit/>
          </a:bodyPr>
          <a:lstStyle/>
          <a:p>
            <a:pPr algn="ctr"/>
            <a:r>
              <a:rPr lang="en-US" sz="6600" b="1" dirty="0">
                <a:solidFill>
                  <a:srgbClr val="000000"/>
                </a:solidFill>
                <a:latin typeface="Garet Bold"/>
                <a:ea typeface="Garet Bold"/>
                <a:cs typeface="Garet Bold"/>
                <a:sym typeface="Garet Bold"/>
              </a:rPr>
              <a:t>90.546</a:t>
            </a:r>
            <a:r>
              <a:rPr lang="pt-BR" sz="6600" b="1" noProof="0" dirty="0">
                <a:solidFill>
                  <a:srgbClr val="000000"/>
                </a:solidFill>
                <a:latin typeface="Garet" panose="020B0604020202020204" charset="0"/>
                <a:ea typeface="Garet"/>
                <a:cs typeface="Garet"/>
                <a:sym typeface="Garet"/>
              </a:rPr>
              <a:t> </a:t>
            </a:r>
            <a:r>
              <a:rPr lang="pt-BR" sz="4400" noProof="0" dirty="0">
                <a:solidFill>
                  <a:srgbClr val="000000"/>
                </a:solidFill>
                <a:latin typeface="Garet" panose="020B0604020202020204" charset="0"/>
                <a:ea typeface="Garet"/>
                <a:cs typeface="Garet"/>
                <a:sym typeface="Garet"/>
              </a:rPr>
              <a:t>presenças</a:t>
            </a:r>
          </a:p>
          <a:p>
            <a:pPr algn="ctr"/>
            <a:r>
              <a:rPr lang="pt-BR" sz="4400" noProof="0" dirty="0">
                <a:solidFill>
                  <a:srgbClr val="000000"/>
                </a:solidFill>
                <a:latin typeface="Garet" panose="020B0604020202020204" charset="0"/>
                <a:ea typeface="Garet Bold"/>
                <a:cs typeface="Garet Bold"/>
                <a:sym typeface="Garet Bold"/>
              </a:rPr>
              <a:t>EXPOSIÇÃO</a:t>
            </a:r>
          </a:p>
        </p:txBody>
      </p:sp>
      <p:sp>
        <p:nvSpPr>
          <p:cNvPr id="6" name="TextBox 12">
            <a:extLst>
              <a:ext uri="{FF2B5EF4-FFF2-40B4-BE49-F238E27FC236}">
                <a16:creationId xmlns:a16="http://schemas.microsoft.com/office/drawing/2014/main" id="{F07F23C8-A2E4-F6C1-89A8-0BA16761324B}"/>
              </a:ext>
            </a:extLst>
          </p:cNvPr>
          <p:cNvSpPr txBox="1"/>
          <p:nvPr/>
        </p:nvSpPr>
        <p:spPr>
          <a:xfrm>
            <a:off x="1" y="8857018"/>
            <a:ext cx="18288000" cy="492443"/>
          </a:xfrm>
          <a:prstGeom prst="rect">
            <a:avLst/>
          </a:prstGeom>
          <a:solidFill>
            <a:schemeClr val="accent2"/>
          </a:solidFill>
        </p:spPr>
        <p:txBody>
          <a:bodyPr wrap="square" lIns="0" tIns="0" rIns="0" bIns="0" rtlCol="0" anchor="t">
            <a:spAutoFit/>
          </a:bodyPr>
          <a:lstStyle/>
          <a:p>
            <a:pPr algn="ctr"/>
            <a:r>
              <a:rPr lang="pt-BR" sz="3200" noProof="0" dirty="0">
                <a:solidFill>
                  <a:schemeClr val="bg1"/>
                </a:solidFill>
                <a:latin typeface="Garet Bold" panose="020B0604020202020204" charset="0"/>
                <a:ea typeface="Garet Bold"/>
                <a:cs typeface="Garet Bold"/>
                <a:sym typeface="Garet Bold"/>
              </a:rPr>
              <a:t>120 dias de visitação</a:t>
            </a:r>
          </a:p>
        </p:txBody>
      </p:sp>
      <p:sp>
        <p:nvSpPr>
          <p:cNvPr id="4" name="TextBox 29">
            <a:extLst>
              <a:ext uri="{FF2B5EF4-FFF2-40B4-BE49-F238E27FC236}">
                <a16:creationId xmlns:a16="http://schemas.microsoft.com/office/drawing/2014/main" id="{C511EDE2-9A5A-C628-030F-920FA69F9F3F}"/>
              </a:ext>
            </a:extLst>
          </p:cNvPr>
          <p:cNvSpPr txBox="1"/>
          <p:nvPr/>
        </p:nvSpPr>
        <p:spPr>
          <a:xfrm>
            <a:off x="6858000" y="2682959"/>
            <a:ext cx="5876551" cy="3983142"/>
          </a:xfrm>
          <a:prstGeom prst="rect">
            <a:avLst/>
          </a:prstGeom>
        </p:spPr>
        <p:txBody>
          <a:bodyPr wrap="square" lIns="0" tIns="0" rIns="0" bIns="0" rtlCol="0" anchor="t">
            <a:spAutoFit/>
          </a:bodyPr>
          <a:lstStyle/>
          <a:p>
            <a:pPr algn="ctr">
              <a:lnSpc>
                <a:spcPts val="2794"/>
              </a:lnSpc>
            </a:pPr>
            <a:endParaRPr lang="pt-BR" sz="3200" noProof="0" dirty="0">
              <a:solidFill>
                <a:srgbClr val="000000"/>
              </a:solidFill>
              <a:latin typeface="Garet"/>
              <a:ea typeface="Garet Bold"/>
              <a:cs typeface="Garet Bold"/>
              <a:sym typeface="Garet Bold"/>
            </a:endParaRPr>
          </a:p>
          <a:p>
            <a:pPr algn="ctr">
              <a:lnSpc>
                <a:spcPts val="2794"/>
              </a:lnSpc>
            </a:pPr>
            <a:endParaRPr lang="pt-BR" sz="3200" noProof="0" dirty="0">
              <a:solidFill>
                <a:srgbClr val="000000"/>
              </a:solidFill>
              <a:latin typeface="Garet"/>
              <a:ea typeface="Garet Bold"/>
              <a:cs typeface="Garet Bold"/>
              <a:sym typeface="Garet Bold"/>
            </a:endParaRPr>
          </a:p>
          <a:p>
            <a:pPr algn="ctr">
              <a:lnSpc>
                <a:spcPts val="2794"/>
              </a:lnSpc>
            </a:pPr>
            <a:r>
              <a:rPr lang="pt-BR" sz="4800" b="1" noProof="0" dirty="0">
                <a:solidFill>
                  <a:srgbClr val="000000"/>
                </a:solidFill>
                <a:latin typeface="Garet Bold" panose="020B0604020202020204" charset="0"/>
                <a:ea typeface="Garet Bold"/>
                <a:cs typeface="Garet Bold"/>
                <a:sym typeface="Garet Bold"/>
              </a:rPr>
              <a:t>9 </a:t>
            </a:r>
          </a:p>
          <a:p>
            <a:pPr algn="ctr">
              <a:lnSpc>
                <a:spcPts val="2794"/>
              </a:lnSpc>
            </a:pPr>
            <a:r>
              <a:rPr lang="pt-BR" sz="3200" dirty="0">
                <a:solidFill>
                  <a:srgbClr val="000000"/>
                </a:solidFill>
                <a:latin typeface="Garet"/>
                <a:ea typeface="Garet Bold"/>
                <a:cs typeface="Garet Bold"/>
                <a:sym typeface="Garet Bold"/>
              </a:rPr>
              <a:t>Ônibus cedidos para instituições escolares</a:t>
            </a:r>
            <a:endParaRPr lang="pt-BR" sz="3200" noProof="0" dirty="0">
              <a:solidFill>
                <a:srgbClr val="000000"/>
              </a:solidFill>
              <a:latin typeface="Garet" panose="020B0604020202020204" charset="0"/>
              <a:ea typeface="Garet Bold"/>
              <a:cs typeface="Garet Bold"/>
              <a:sym typeface="Garet Bold"/>
            </a:endParaRPr>
          </a:p>
          <a:p>
            <a:pPr algn="ctr">
              <a:lnSpc>
                <a:spcPts val="2794"/>
              </a:lnSpc>
            </a:pPr>
            <a:endParaRPr lang="pt-BR" sz="3200" noProof="0" dirty="0">
              <a:solidFill>
                <a:srgbClr val="000000"/>
              </a:solidFill>
              <a:latin typeface="Garet" panose="020B0604020202020204" charset="0"/>
              <a:ea typeface="Garet Bold"/>
              <a:cs typeface="Garet Bold"/>
              <a:sym typeface="Garet Bold"/>
            </a:endParaRPr>
          </a:p>
          <a:p>
            <a:pPr algn="ctr">
              <a:lnSpc>
                <a:spcPts val="2794"/>
              </a:lnSpc>
            </a:pPr>
            <a:endParaRPr lang="pt-BR" sz="4800" noProof="0" dirty="0">
              <a:solidFill>
                <a:srgbClr val="000000"/>
              </a:solidFill>
              <a:latin typeface="Garet Bold"/>
              <a:ea typeface="Garet Bold"/>
              <a:cs typeface="Garet Bold"/>
              <a:sym typeface="Garet Bold"/>
            </a:endParaRPr>
          </a:p>
          <a:p>
            <a:pPr algn="ctr">
              <a:lnSpc>
                <a:spcPts val="2794"/>
              </a:lnSpc>
            </a:pPr>
            <a:r>
              <a:rPr lang="pt-BR" sz="4800" noProof="0" dirty="0">
                <a:solidFill>
                  <a:srgbClr val="000000"/>
                </a:solidFill>
                <a:latin typeface="Garet Bold"/>
                <a:ea typeface="Garet Bold"/>
                <a:cs typeface="Garet Bold"/>
                <a:sym typeface="Garet Bold"/>
              </a:rPr>
              <a:t>302</a:t>
            </a:r>
            <a:endParaRPr lang="pt-BR" noProof="0" dirty="0"/>
          </a:p>
          <a:p>
            <a:pPr algn="ctr">
              <a:lnSpc>
                <a:spcPts val="2794"/>
              </a:lnSpc>
            </a:pPr>
            <a:r>
              <a:rPr lang="pt-BR" sz="3200" dirty="0">
                <a:solidFill>
                  <a:srgbClr val="000000"/>
                </a:solidFill>
                <a:latin typeface="Garet" panose="020B0604020202020204" charset="0"/>
                <a:ea typeface="Garet Bold"/>
                <a:cs typeface="Garet Bold"/>
                <a:sym typeface="Garet Bold"/>
              </a:rPr>
              <a:t>Estudantes atendidos diretamente</a:t>
            </a:r>
            <a:endParaRPr lang="pt-BR" sz="3200" noProof="0" dirty="0">
              <a:solidFill>
                <a:srgbClr val="000000"/>
              </a:solidFill>
              <a:latin typeface="Garet" panose="020B0604020202020204" charset="0"/>
              <a:ea typeface="Garet Bold"/>
              <a:cs typeface="Garet Bold"/>
              <a:sym typeface="Garet Bold"/>
            </a:endParaRPr>
          </a:p>
          <a:p>
            <a:pPr algn="ctr">
              <a:lnSpc>
                <a:spcPts val="2794"/>
              </a:lnSpc>
            </a:pPr>
            <a:endParaRPr lang="pt-BR" sz="3200" noProof="0" dirty="0">
              <a:solidFill>
                <a:srgbClr val="000000"/>
              </a:solidFill>
              <a:latin typeface="Garet Bold"/>
              <a:ea typeface="Garet Bold"/>
              <a:cs typeface="Garet Bold"/>
              <a:sym typeface="Garet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BDC1E-7D4C-DCB8-9A56-77B68FFAD36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C60F951-6CE8-7AE0-9C08-6D6757B253B4}"/>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4" name="Freeform 4">
            <a:extLst>
              <a:ext uri="{FF2B5EF4-FFF2-40B4-BE49-F238E27FC236}">
                <a16:creationId xmlns:a16="http://schemas.microsoft.com/office/drawing/2014/main" id="{225AABD2-EDAE-7537-7126-2BF789A60CEB}"/>
              </a:ext>
            </a:extLst>
          </p:cNvPr>
          <p:cNvSpPr/>
          <p:nvPr/>
        </p:nvSpPr>
        <p:spPr>
          <a:xfrm>
            <a:off x="-6096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5" name="Freeform 5">
            <a:extLst>
              <a:ext uri="{FF2B5EF4-FFF2-40B4-BE49-F238E27FC236}">
                <a16:creationId xmlns:a16="http://schemas.microsoft.com/office/drawing/2014/main" id="{68CD3464-5DA2-508B-D356-76A61FE7B2A8}"/>
              </a:ext>
            </a:extLst>
          </p:cNvPr>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7" name="TextBox 11">
            <a:extLst>
              <a:ext uri="{FF2B5EF4-FFF2-40B4-BE49-F238E27FC236}">
                <a16:creationId xmlns:a16="http://schemas.microsoft.com/office/drawing/2014/main" id="{2469874A-1C6A-2C88-74AC-9DD75A0FC754}"/>
              </a:ext>
            </a:extLst>
          </p:cNvPr>
          <p:cNvSpPr txBox="1"/>
          <p:nvPr/>
        </p:nvSpPr>
        <p:spPr>
          <a:xfrm>
            <a:off x="1295400" y="6124228"/>
            <a:ext cx="6172200" cy="598241"/>
          </a:xfrm>
          <a:prstGeom prst="rect">
            <a:avLst/>
          </a:prstGeom>
        </p:spPr>
        <p:txBody>
          <a:bodyPr wrap="square" lIns="0" tIns="0" rIns="0" bIns="0" rtlCol="0" anchor="t">
            <a:spAutoFit/>
          </a:bodyPr>
          <a:lstStyle/>
          <a:p>
            <a:pPr algn="ctr">
              <a:lnSpc>
                <a:spcPts val="4295"/>
              </a:lnSpc>
            </a:pPr>
            <a:r>
              <a:rPr lang="en-US" sz="4800" spc="-458" dirty="0">
                <a:solidFill>
                  <a:schemeClr val="bg1"/>
                </a:solidFill>
                <a:latin typeface="Garet Bold" panose="020B0604020202020204" charset="0"/>
                <a:ea typeface="Archivo Black"/>
                <a:cs typeface="Archivo Black"/>
                <a:sym typeface="Archivo Black"/>
              </a:rPr>
              <a:t>Equipe </a:t>
            </a:r>
            <a:r>
              <a:rPr lang="en-US" sz="4800" spc="-458" dirty="0" err="1">
                <a:solidFill>
                  <a:schemeClr val="bg1"/>
                </a:solidFill>
                <a:latin typeface="Garet Bold" panose="020B0604020202020204" charset="0"/>
                <a:ea typeface="Archivo Black"/>
                <a:cs typeface="Archivo Black"/>
                <a:sym typeface="Archivo Black"/>
              </a:rPr>
              <a:t>Educativa</a:t>
            </a:r>
            <a:endParaRPr lang="en-US" sz="4800" spc="-458" dirty="0">
              <a:solidFill>
                <a:schemeClr val="bg1"/>
              </a:solidFill>
              <a:latin typeface="Garet Bold" panose="020B0604020202020204" charset="0"/>
              <a:ea typeface="Archivo Black"/>
              <a:cs typeface="Archivo Black"/>
              <a:sym typeface="Archivo Black"/>
            </a:endParaRPr>
          </a:p>
        </p:txBody>
      </p:sp>
      <p:graphicFrame>
        <p:nvGraphicFramePr>
          <p:cNvPr id="8" name="Table 3">
            <a:extLst>
              <a:ext uri="{FF2B5EF4-FFF2-40B4-BE49-F238E27FC236}">
                <a16:creationId xmlns:a16="http://schemas.microsoft.com/office/drawing/2014/main" id="{8C802B50-79C0-7376-C196-62BDDDD9F720}"/>
              </a:ext>
            </a:extLst>
          </p:cNvPr>
          <p:cNvGraphicFramePr>
            <a:graphicFrameLocks noGrp="1"/>
          </p:cNvGraphicFramePr>
          <p:nvPr>
            <p:extLst>
              <p:ext uri="{D42A27DB-BD31-4B8C-83A1-F6EECF244321}">
                <p14:modId xmlns:p14="http://schemas.microsoft.com/office/powerpoint/2010/main" val="3104749390"/>
              </p:ext>
            </p:extLst>
          </p:nvPr>
        </p:nvGraphicFramePr>
        <p:xfrm>
          <a:off x="8978012" y="5143500"/>
          <a:ext cx="9125542" cy="3077700"/>
        </p:xfrm>
        <a:graphic>
          <a:graphicData uri="http://schemas.openxmlformats.org/drawingml/2006/table">
            <a:tbl>
              <a:tblPr/>
              <a:tblGrid>
                <a:gridCol w="2909188">
                  <a:extLst>
                    <a:ext uri="{9D8B030D-6E8A-4147-A177-3AD203B41FA5}">
                      <a16:colId xmlns:a16="http://schemas.microsoft.com/office/drawing/2014/main" val="20000"/>
                    </a:ext>
                  </a:extLst>
                </a:gridCol>
                <a:gridCol w="6216354">
                  <a:extLst>
                    <a:ext uri="{9D8B030D-6E8A-4147-A177-3AD203B41FA5}">
                      <a16:colId xmlns:a16="http://schemas.microsoft.com/office/drawing/2014/main" val="20001"/>
                    </a:ext>
                  </a:extLst>
                </a:gridCol>
              </a:tblGrid>
              <a:tr h="821300">
                <a:tc>
                  <a:txBody>
                    <a:bodyPr/>
                    <a:lstStyle/>
                    <a:p>
                      <a:pPr algn="ctr">
                        <a:lnSpc>
                          <a:spcPts val="2799"/>
                        </a:lnSpc>
                        <a:defRPr/>
                      </a:pP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dirty="0"/>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76300">
                <a:tc>
                  <a:txBody>
                    <a:bodyPr/>
                    <a:lstStyle/>
                    <a:p>
                      <a:pPr algn="l">
                        <a:lnSpc>
                          <a:spcPts val="2799"/>
                        </a:lnSpc>
                        <a:defRPr/>
                      </a:pPr>
                      <a:r>
                        <a:rPr lang="en-US" sz="1999" b="1" dirty="0">
                          <a:solidFill>
                            <a:srgbClr val="000000"/>
                          </a:solidFill>
                          <a:latin typeface="Garet Bold"/>
                          <a:ea typeface="Garet Bold"/>
                          <a:cs typeface="Garet Bold"/>
                          <a:sym typeface="Garet Bold"/>
                        </a:rPr>
                        <a:t>Equipe</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dirty="0">
                          <a:solidFill>
                            <a:srgbClr val="000000"/>
                          </a:solidFill>
                          <a:latin typeface="Garet"/>
                          <a:ea typeface="Garet"/>
                          <a:cs typeface="Garet"/>
                          <a:sym typeface="Garet"/>
                        </a:rPr>
                        <a:t>03 </a:t>
                      </a:r>
                      <a:r>
                        <a:rPr lang="en-US" sz="1999" dirty="0" err="1">
                          <a:solidFill>
                            <a:srgbClr val="000000"/>
                          </a:solidFill>
                          <a:latin typeface="Garet"/>
                          <a:ea typeface="Garet"/>
                          <a:cs typeface="Garet"/>
                          <a:sym typeface="Garet"/>
                        </a:rPr>
                        <a:t>Facilitadores</a:t>
                      </a:r>
                      <a:r>
                        <a:rPr lang="en-US" sz="1999" dirty="0">
                          <a:solidFill>
                            <a:srgbClr val="000000"/>
                          </a:solidFill>
                          <a:latin typeface="Garet"/>
                          <a:ea typeface="Garet"/>
                          <a:cs typeface="Garet"/>
                          <a:sym typeface="Garet"/>
                        </a:rPr>
                        <a:t> II - </a:t>
                      </a:r>
                      <a:r>
                        <a:rPr lang="en-US" sz="1999" dirty="0" err="1">
                          <a:solidFill>
                            <a:srgbClr val="000000"/>
                          </a:solidFill>
                          <a:latin typeface="Garet"/>
                          <a:ea typeface="Garet"/>
                          <a:cs typeface="Garet"/>
                          <a:sym typeface="Garet"/>
                        </a:rPr>
                        <a:t>Supervisores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ea typeface="Garet"/>
                          <a:cs typeface="Garet"/>
                          <a:sym typeface="Garet"/>
                        </a:rPr>
                        <a:t>08 </a:t>
                      </a:r>
                      <a:r>
                        <a:rPr lang="en-US" sz="1999" dirty="0" err="1">
                          <a:solidFill>
                            <a:srgbClr val="000000"/>
                          </a:solidFill>
                          <a:latin typeface="Garet"/>
                          <a:ea typeface="Garet"/>
                          <a:cs typeface="Garet"/>
                          <a:sym typeface="Garet"/>
                        </a:rPr>
                        <a:t>Facilitadores</a:t>
                      </a:r>
                      <a:r>
                        <a:rPr lang="en-US" sz="1999" dirty="0">
                          <a:solidFill>
                            <a:srgbClr val="000000"/>
                          </a:solidFill>
                          <a:latin typeface="Garet"/>
                          <a:ea typeface="Garet"/>
                          <a:cs typeface="Garet"/>
                          <a:sym typeface="Garet"/>
                        </a:rPr>
                        <a:t> I – </a:t>
                      </a:r>
                      <a:r>
                        <a:rPr lang="en-US" sz="1999" dirty="0" err="1">
                          <a:solidFill>
                            <a:srgbClr val="000000"/>
                          </a:solidFill>
                          <a:latin typeface="Garet"/>
                          <a:ea typeface="Garet"/>
                          <a:cs typeface="Garet"/>
                          <a:sym typeface="Garet"/>
                        </a:rPr>
                        <a:t>Educadores</a:t>
                      </a:r>
                      <a:r>
                        <a:rPr lang="en-US" sz="1999" dirty="0">
                          <a:solidFill>
                            <a:srgbClr val="000000"/>
                          </a:solidFill>
                          <a:latin typeface="Garet"/>
                          <a:ea typeface="Garet"/>
                          <a:cs typeface="Garet"/>
                          <a:sym typeface="Garet"/>
                        </a:rPr>
                        <a:t> </a:t>
                      </a:r>
                      <a:r>
                        <a:rPr lang="en-US" sz="1999" dirty="0" err="1">
                          <a:solidFill>
                            <a:srgbClr val="000000"/>
                          </a:solidFill>
                          <a:latin typeface="Garet"/>
                          <a:ea typeface="Garet"/>
                          <a:cs typeface="Garet"/>
                          <a:sym typeface="Garet"/>
                        </a:rPr>
                        <a:t>Formados</a:t>
                      </a:r>
                      <a:endParaRPr lang="en-US" sz="1999" dirty="0">
                        <a:solidFill>
                          <a:srgbClr val="000000"/>
                        </a:solidFill>
                        <a:latin typeface="Garet"/>
                        <a:ea typeface="Garet"/>
                        <a:cs typeface="Garet"/>
                        <a:sym typeface="Garet"/>
                      </a:endParaRPr>
                    </a:p>
                    <a:p>
                      <a:pPr algn="l">
                        <a:lnSpc>
                          <a:spcPts val="2799"/>
                        </a:lnSpc>
                        <a:defRPr/>
                      </a:pPr>
                      <a:r>
                        <a:rPr lang="en-US" sz="1999" dirty="0">
                          <a:solidFill>
                            <a:srgbClr val="000000"/>
                          </a:solidFill>
                          <a:latin typeface="Garet"/>
                          <a:ea typeface="Garet"/>
                          <a:cs typeface="Garet"/>
                          <a:sym typeface="Garet"/>
                        </a:rPr>
                        <a:t>016 </a:t>
                      </a:r>
                      <a:r>
                        <a:rPr lang="en-US" sz="1999" dirty="0" err="1">
                          <a:solidFill>
                            <a:srgbClr val="000000"/>
                          </a:solidFill>
                          <a:latin typeface="Garet"/>
                          <a:ea typeface="Garet"/>
                          <a:cs typeface="Garet"/>
                          <a:sym typeface="Garet"/>
                        </a:rPr>
                        <a:t>Estagiários</a:t>
                      </a:r>
                      <a:endParaRPr lang="en-US" sz="1999" dirty="0">
                        <a:solidFill>
                          <a:srgbClr val="000000"/>
                        </a:solidFill>
                        <a:latin typeface="Garet"/>
                        <a:ea typeface="Garet"/>
                        <a:cs typeface="Garet"/>
                        <a:sym typeface="Garet"/>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l">
                        <a:lnSpc>
                          <a:spcPts val="2799"/>
                        </a:lnSpc>
                        <a:defRPr/>
                      </a:pPr>
                      <a:r>
                        <a:rPr lang="en-US" sz="2000" b="1" dirty="0" err="1">
                          <a:solidFill>
                            <a:srgbClr val="000000"/>
                          </a:solidFill>
                          <a:latin typeface="Garet Bold"/>
                          <a:ea typeface="Garet Bold"/>
                          <a:cs typeface="Garet Bold"/>
                          <a:sym typeface="Garet Bold"/>
                        </a:rPr>
                        <a:t>Formação</a:t>
                      </a:r>
                      <a:endParaRPr lang="en-US" sz="1100" dirty="0"/>
                    </a:p>
                  </a:txBody>
                  <a:tcPr marL="190500" marR="190500" marT="190500" marB="1905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lnSpc>
                          <a:spcPts val="2799"/>
                        </a:lnSpc>
                        <a:defRPr/>
                      </a:pPr>
                      <a:r>
                        <a:rPr lang="en-US" sz="1999" kern="1200" dirty="0" err="1">
                          <a:solidFill>
                            <a:srgbClr val="000000"/>
                          </a:solidFill>
                          <a:latin typeface="Garet"/>
                          <a:ea typeface="+mn-ea"/>
                          <a:cs typeface="+mn-cs"/>
                        </a:rPr>
                        <a:t>Presencial</a:t>
                      </a:r>
                      <a:r>
                        <a:rPr lang="en-US" sz="1999" kern="1200" dirty="0">
                          <a:solidFill>
                            <a:srgbClr val="000000"/>
                          </a:solidFill>
                          <a:latin typeface="Garet"/>
                          <a:ea typeface="+mn-ea"/>
                          <a:cs typeface="+mn-cs"/>
                        </a:rPr>
                        <a:t> – 15 </a:t>
                      </a:r>
                      <a:r>
                        <a:rPr lang="en-US" sz="1999" kern="1200" dirty="0" err="1">
                          <a:solidFill>
                            <a:srgbClr val="000000"/>
                          </a:solidFill>
                          <a:latin typeface="Garet"/>
                          <a:ea typeface="+mn-ea"/>
                          <a:cs typeface="+mn-cs"/>
                        </a:rPr>
                        <a:t>dias</a:t>
                      </a:r>
                      <a:r>
                        <a:rPr lang="en-US" sz="1999" kern="1200" dirty="0">
                          <a:solidFill>
                            <a:srgbClr val="000000"/>
                          </a:solidFill>
                          <a:latin typeface="Garet"/>
                          <a:ea typeface="+mn-ea"/>
                          <a:cs typeface="+mn-cs"/>
                        </a:rPr>
                        <a:t> – 75h</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bl>
          </a:graphicData>
        </a:graphic>
      </p:graphicFrame>
      <p:sp>
        <p:nvSpPr>
          <p:cNvPr id="12" name="TextBox 12"/>
          <p:cNvSpPr txBox="1"/>
          <p:nvPr/>
        </p:nvSpPr>
        <p:spPr>
          <a:xfrm>
            <a:off x="9372600" y="1600906"/>
            <a:ext cx="6780409" cy="2954655"/>
          </a:xfrm>
          <a:prstGeom prst="rect">
            <a:avLst/>
          </a:prstGeom>
        </p:spPr>
        <p:txBody>
          <a:bodyPr wrap="square" lIns="0" tIns="0" rIns="0" bIns="0" rtlCol="0" anchor="t">
            <a:spAutoFit/>
          </a:bodyPr>
          <a:lstStyle/>
          <a:p>
            <a:pPr algn="ctr"/>
            <a:r>
              <a:rPr lang="en-US" sz="6000" b="1" dirty="0">
                <a:solidFill>
                  <a:srgbClr val="000000"/>
                </a:solidFill>
                <a:latin typeface="Garet Bold" panose="020B0604020202020204" charset="0"/>
                <a:ea typeface="Garet"/>
                <a:cs typeface="Garet"/>
                <a:sym typeface="Garet"/>
              </a:rPr>
              <a:t>1.925</a:t>
            </a:r>
            <a:r>
              <a:rPr lang="en-US" sz="6000" b="1" dirty="0">
                <a:solidFill>
                  <a:srgbClr val="000000"/>
                </a:solidFill>
                <a:latin typeface="Garet" panose="020B0604020202020204" charset="0"/>
                <a:ea typeface="Garet"/>
                <a:cs typeface="Garet"/>
                <a:sym typeface="Garet"/>
              </a:rPr>
              <a:t> </a:t>
            </a:r>
          </a:p>
          <a:p>
            <a:pPr algn="ctr"/>
            <a:r>
              <a:rPr lang="en-US" sz="4400" dirty="0" err="1">
                <a:solidFill>
                  <a:srgbClr val="000000"/>
                </a:solidFill>
                <a:latin typeface="Garet" panose="020B0604020202020204" charset="0"/>
                <a:ea typeface="Garet"/>
                <a:cs typeface="Garet"/>
                <a:sym typeface="Garet"/>
              </a:rPr>
              <a:t>presenças</a:t>
            </a:r>
            <a:endParaRPr lang="en-US" sz="4400" dirty="0">
              <a:solidFill>
                <a:srgbClr val="000000"/>
              </a:solidFill>
              <a:latin typeface="Garet" panose="020B0604020202020204" charset="0"/>
              <a:ea typeface="Garet"/>
              <a:cs typeface="Garet"/>
              <a:sym typeface="Garet"/>
            </a:endParaRPr>
          </a:p>
          <a:p>
            <a:pPr algn="ctr"/>
            <a:r>
              <a:rPr lang="en-US" sz="4400" dirty="0">
                <a:solidFill>
                  <a:srgbClr val="000000"/>
                </a:solidFill>
                <a:latin typeface="Garet" panose="020B0604020202020204" charset="0"/>
                <a:ea typeface="Garet Bold"/>
                <a:cs typeface="Garet Bold"/>
                <a:sym typeface="Garet Bold"/>
              </a:rPr>
              <a:t>VISITAS MEDIADAS</a:t>
            </a:r>
          </a:p>
          <a:p>
            <a:pPr algn="ctr">
              <a:spcBef>
                <a:spcPct val="0"/>
              </a:spcBef>
            </a:pPr>
            <a:r>
              <a:rPr lang="en-US" sz="4400" dirty="0">
                <a:solidFill>
                  <a:srgbClr val="000000"/>
                </a:solidFill>
                <a:latin typeface="Garet" panose="020B0604020202020204" charset="0"/>
                <a:ea typeface="Garet"/>
                <a:cs typeface="Garet"/>
                <a:sym typeface="Garet"/>
              </a:rPr>
              <a:t>71 </a:t>
            </a:r>
            <a:r>
              <a:rPr lang="en-US" sz="4400" dirty="0" err="1">
                <a:solidFill>
                  <a:srgbClr val="000000"/>
                </a:solidFill>
                <a:latin typeface="Garet" panose="020B0604020202020204" charset="0"/>
                <a:ea typeface="Garet"/>
                <a:cs typeface="Garet"/>
                <a:sym typeface="Garet"/>
              </a:rPr>
              <a:t>ações</a:t>
            </a:r>
            <a:endParaRPr lang="en-US" sz="4400" dirty="0">
              <a:solidFill>
                <a:srgbClr val="000000"/>
              </a:solidFill>
              <a:latin typeface="Garet" panose="020B0604020202020204" charset="0"/>
              <a:ea typeface="Garet"/>
              <a:cs typeface="Garet"/>
              <a:sym typeface="Garet"/>
            </a:endParaRPr>
          </a:p>
        </p:txBody>
      </p:sp>
    </p:spTree>
    <p:extLst>
      <p:ext uri="{BB962C8B-B14F-4D97-AF65-F5344CB8AC3E}">
        <p14:creationId xmlns:p14="http://schemas.microsoft.com/office/powerpoint/2010/main" val="220543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dirty="0" err="1">
                <a:solidFill>
                  <a:srgbClr val="000000"/>
                </a:solidFill>
                <a:latin typeface="Garet Bold" panose="020B0604020202020204" charset="0"/>
                <a:ea typeface="Archivo Black"/>
                <a:cs typeface="Archivo Black"/>
                <a:sym typeface="Archivo Black"/>
              </a:rPr>
              <a:t>Visitas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mediadas</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ao</a:t>
            </a:r>
            <a:r>
              <a:rPr lang="en-US" sz="4400" spc="-458" dirty="0">
                <a:solidFill>
                  <a:srgbClr val="000000"/>
                </a:solidFill>
                <a:latin typeface="Garet Bold" panose="020B0604020202020204" charset="0"/>
                <a:ea typeface="Archivo Black"/>
                <a:cs typeface="Archivo Black"/>
                <a:sym typeface="Archivo Black"/>
              </a:rPr>
              <a:t> </a:t>
            </a:r>
            <a:r>
              <a:rPr lang="en-US" sz="4400" spc="-458" dirty="0" err="1">
                <a:solidFill>
                  <a:srgbClr val="000000"/>
                </a:solidFill>
                <a:latin typeface="Garet Bold" panose="020B0604020202020204" charset="0"/>
                <a:ea typeface="Archivo Black"/>
                <a:cs typeface="Archivo Black"/>
                <a:sym typeface="Archivo Black"/>
              </a:rPr>
              <a:t>longo</a:t>
            </a:r>
            <a:r>
              <a:rPr lang="en-US" sz="4400" spc="-458" dirty="0">
                <a:solidFill>
                  <a:srgbClr val="000000"/>
                </a:solidFill>
                <a:latin typeface="Garet Bold" panose="020B0604020202020204" charset="0"/>
                <a:ea typeface="Archivo Black"/>
                <a:cs typeface="Archivo Black"/>
                <a:sym typeface="Archivo Black"/>
              </a:rPr>
              <a:t> da </a:t>
            </a:r>
            <a:r>
              <a:rPr lang="en-US" sz="4400" spc="-458" dirty="0" err="1">
                <a:solidFill>
                  <a:srgbClr val="000000"/>
                </a:solidFill>
                <a:latin typeface="Garet Bold" panose="020B0604020202020204" charset="0"/>
                <a:ea typeface="Archivo Black"/>
                <a:cs typeface="Archivo Black"/>
                <a:sym typeface="Archivo Black"/>
              </a:rPr>
              <a:t>exposição</a:t>
            </a:r>
            <a:endParaRPr lang="en-US" sz="4400" spc="-458" dirty="0">
              <a:solidFill>
                <a:srgbClr val="000000"/>
              </a:solidFill>
              <a:latin typeface="Garet Bold" panose="020B0604020202020204" charset="0"/>
              <a:ea typeface="Archivo Black"/>
              <a:cs typeface="Archivo Black"/>
              <a:sym typeface="Archivo Black"/>
            </a:endParaRPr>
          </a:p>
        </p:txBody>
      </p:sp>
      <p:graphicFrame>
        <p:nvGraphicFramePr>
          <p:cNvPr id="12" name="Gráfico 11">
            <a:extLst>
              <a:ext uri="{FF2B5EF4-FFF2-40B4-BE49-F238E27FC236}">
                <a16:creationId xmlns:a16="http://schemas.microsoft.com/office/drawing/2014/main" id="{CFEC77CF-962E-5A9D-DB93-3865E191326B}"/>
              </a:ext>
            </a:extLst>
          </p:cNvPr>
          <p:cNvGraphicFramePr/>
          <p:nvPr>
            <p:extLst>
              <p:ext uri="{D42A27DB-BD31-4B8C-83A1-F6EECF244321}">
                <p14:modId xmlns:p14="http://schemas.microsoft.com/office/powerpoint/2010/main" val="2564781110"/>
              </p:ext>
            </p:extLst>
          </p:nvPr>
        </p:nvGraphicFramePr>
        <p:xfrm>
          <a:off x="457200" y="1923518"/>
          <a:ext cx="17449800" cy="6882339"/>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65D9A-13DA-E312-80E5-E7518DB313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8638F53-2EF6-AB5C-DAF0-6E627F5436E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690C5D4F-5ACA-526A-D62D-39F4624561C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50EB9079-C093-BF2C-DEB9-59978D2A5B57}"/>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0A95DBF5-E5B4-A834-351A-BE5A38901568}"/>
              </a:ext>
            </a:extLst>
          </p:cNvPr>
          <p:cNvSpPr txBox="1"/>
          <p:nvPr/>
        </p:nvSpPr>
        <p:spPr>
          <a:xfrm>
            <a:off x="1447800" y="870351"/>
            <a:ext cx="14782800" cy="728917"/>
          </a:xfrm>
          <a:prstGeom prst="rect">
            <a:avLst/>
          </a:prstGeom>
        </p:spPr>
        <p:txBody>
          <a:bodyPr wrap="square" lIns="0" tIns="0" rIns="0" bIns="0" rtlCol="0" anchor="t">
            <a:spAutoFit/>
          </a:bodyPr>
          <a:lstStyle/>
          <a:p>
            <a:pPr algn="l">
              <a:lnSpc>
                <a:spcPts val="5808"/>
              </a:lnSpc>
            </a:pPr>
            <a:r>
              <a:rPr lang="en-US" sz="4400" spc="-458" dirty="0" err="1">
                <a:solidFill>
                  <a:srgbClr val="000000"/>
                </a:solidFill>
                <a:latin typeface="Archivo Black"/>
                <a:ea typeface="Archivo Black"/>
                <a:cs typeface="Archivo Black"/>
                <a:sym typeface="Archivo Black"/>
              </a:rPr>
              <a:t>ações</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integradas</a:t>
            </a:r>
            <a:r>
              <a:rPr lang="en-US" sz="4400" spc="-458" dirty="0">
                <a:solidFill>
                  <a:srgbClr val="000000"/>
                </a:solidFill>
                <a:latin typeface="Archivo Black"/>
                <a:ea typeface="Archivo Black"/>
                <a:cs typeface="Archivo Black"/>
                <a:sym typeface="Archivo Black"/>
              </a:rPr>
              <a:t> da </a:t>
            </a:r>
            <a:r>
              <a:rPr lang="en-US" sz="4400" spc="-458" dirty="0" err="1">
                <a:solidFill>
                  <a:srgbClr val="000000"/>
                </a:solidFill>
                <a:latin typeface="Archivo Black"/>
                <a:ea typeface="Archivo Black"/>
                <a:cs typeface="Archivo Black"/>
                <a:sym typeface="Archivo Black"/>
              </a:rPr>
              <a:t>exposição</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ao</a:t>
            </a:r>
            <a:r>
              <a:rPr lang="en-US" sz="4400" spc="-458" dirty="0">
                <a:solidFill>
                  <a:srgbClr val="000000"/>
                </a:solidFill>
                <a:latin typeface="Archivo Black"/>
                <a:ea typeface="Archivo Black"/>
                <a:cs typeface="Archivo Black"/>
                <a:sym typeface="Archivo Black"/>
              </a:rPr>
              <a:t> </a:t>
            </a:r>
            <a:r>
              <a:rPr lang="en-US" sz="4400" spc="-458" dirty="0" err="1">
                <a:solidFill>
                  <a:srgbClr val="000000"/>
                </a:solidFill>
                <a:latin typeface="Archivo Black"/>
                <a:ea typeface="Archivo Black"/>
                <a:cs typeface="Archivo Black"/>
                <a:sym typeface="Archivo Black"/>
              </a:rPr>
              <a:t>longo</a:t>
            </a:r>
            <a:r>
              <a:rPr lang="en-US" sz="4400" spc="-458" dirty="0">
                <a:solidFill>
                  <a:srgbClr val="000000"/>
                </a:solidFill>
                <a:latin typeface="Archivo Black"/>
                <a:ea typeface="Archivo Black"/>
                <a:cs typeface="Archivo Black"/>
                <a:sym typeface="Archivo Black"/>
              </a:rPr>
              <a:t> dos meses</a:t>
            </a:r>
          </a:p>
        </p:txBody>
      </p:sp>
      <p:graphicFrame>
        <p:nvGraphicFramePr>
          <p:cNvPr id="12" name="Gráfico 11">
            <a:extLst>
              <a:ext uri="{FF2B5EF4-FFF2-40B4-BE49-F238E27FC236}">
                <a16:creationId xmlns:a16="http://schemas.microsoft.com/office/drawing/2014/main" id="{FC25CF46-1209-BF52-6AD9-9F5C28DD0E54}"/>
              </a:ext>
            </a:extLst>
          </p:cNvPr>
          <p:cNvGraphicFramePr/>
          <p:nvPr>
            <p:extLst>
              <p:ext uri="{D42A27DB-BD31-4B8C-83A1-F6EECF244321}">
                <p14:modId xmlns:p14="http://schemas.microsoft.com/office/powerpoint/2010/main" val="733196396"/>
              </p:ext>
            </p:extLst>
          </p:nvPr>
        </p:nvGraphicFramePr>
        <p:xfrm>
          <a:off x="1447800" y="1923519"/>
          <a:ext cx="15811500" cy="6629908"/>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39162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graphicFrame>
        <p:nvGraphicFramePr>
          <p:cNvPr id="3" name="Table 3"/>
          <p:cNvGraphicFramePr>
            <a:graphicFrameLocks noGrp="1"/>
          </p:cNvGraphicFramePr>
          <p:nvPr>
            <p:extLst>
              <p:ext uri="{D42A27DB-BD31-4B8C-83A1-F6EECF244321}">
                <p14:modId xmlns:p14="http://schemas.microsoft.com/office/powerpoint/2010/main" val="55513343"/>
              </p:ext>
            </p:extLst>
          </p:nvPr>
        </p:nvGraphicFramePr>
        <p:xfrm>
          <a:off x="9447524" y="1450250"/>
          <a:ext cx="7811857" cy="7277100"/>
        </p:xfrm>
        <a:graphic>
          <a:graphicData uri="http://schemas.openxmlformats.org/drawingml/2006/table">
            <a:tbl>
              <a:tblPr/>
              <a:tblGrid>
                <a:gridCol w="4311097">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1443360">
                  <a:extLst>
                    <a:ext uri="{9D8B030D-6E8A-4147-A177-3AD203B41FA5}">
                      <a16:colId xmlns:a16="http://schemas.microsoft.com/office/drawing/2014/main" val="20002"/>
                    </a:ext>
                  </a:extLst>
                </a:gridCol>
              </a:tblGrid>
              <a:tr h="82130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rgbClr val="000000"/>
                          </a:solidFill>
                          <a:latin typeface="Garet Bold" panose="020B0604020202020204" charset="0"/>
                          <a:ea typeface="Garet"/>
                          <a:cs typeface="Garet"/>
                          <a:sym typeface="Garet"/>
                        </a:rPr>
                        <a:t>presenças</a:t>
                      </a:r>
                      <a:endParaRPr lang="en-US" sz="110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a:solidFill>
                            <a:schemeClr val="tx1">
                              <a:lumMod val="50000"/>
                              <a:lumOff val="50000"/>
                            </a:schemeClr>
                          </a:solidFill>
                          <a:latin typeface="Garet Bold" panose="020B0604020202020204" charset="0"/>
                          <a:ea typeface="Garet"/>
                          <a:cs typeface="Garet"/>
                          <a:sym typeface="Garet"/>
                        </a:rPr>
                        <a:t>ações</a:t>
                      </a:r>
                      <a:endParaRPr lang="en-US" sz="1100">
                        <a:solidFill>
                          <a:schemeClr val="tx1">
                            <a:lumMod val="50000"/>
                            <a:lumOff val="50000"/>
                          </a:schemeClr>
                        </a:solidFill>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821300">
                <a:tc>
                  <a:txBody>
                    <a:bodyPr/>
                    <a:lstStyle/>
                    <a:p>
                      <a:pPr algn="ctr">
                        <a:lnSpc>
                          <a:spcPts val="2799"/>
                        </a:lnSpc>
                        <a:defRPr/>
                      </a:pPr>
                      <a:r>
                        <a:rPr lang="en-US" sz="1999" b="1" dirty="0">
                          <a:solidFill>
                            <a:srgbClr val="000000"/>
                          </a:solidFill>
                          <a:latin typeface="Garet Bold" panose="020B0604020202020204" charset="0"/>
                          <a:ea typeface="Garet Bold"/>
                          <a:cs typeface="Garet Bold"/>
                          <a:sym typeface="Garet Bold"/>
                        </a:rPr>
                        <a:t>Performance</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dirty="0">
                          <a:solidFill>
                            <a:srgbClr val="000000"/>
                          </a:solidFill>
                          <a:latin typeface="Garet Bold" panose="020B0604020202020204" charset="0"/>
                          <a:ea typeface="Garet"/>
                          <a:cs typeface="Garet"/>
                          <a:sym typeface="Garet"/>
                        </a:rPr>
                        <a:t>632</a:t>
                      </a: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tabLst/>
                        <a:defRPr/>
                      </a:pPr>
                      <a:r>
                        <a:rPr lang="en-US" sz="2400" dirty="0">
                          <a:solidFill>
                            <a:schemeClr val="tx1">
                              <a:lumMod val="50000"/>
                              <a:lumOff val="50000"/>
                            </a:schemeClr>
                          </a:solidFill>
                          <a:latin typeface="Garet Bold" panose="020B0604020202020204" charset="0"/>
                        </a:rPr>
                        <a:t>3</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821300">
                <a:tc>
                  <a:txBody>
                    <a:bodyPr/>
                    <a:lstStyle/>
                    <a:p>
                      <a:pPr algn="ctr">
                        <a:lnSpc>
                          <a:spcPts val="2799"/>
                        </a:lnSpc>
                        <a:defRPr/>
                      </a:pPr>
                      <a:r>
                        <a:rPr lang="en-US" sz="1999" b="1" dirty="0">
                          <a:solidFill>
                            <a:srgbClr val="000000"/>
                          </a:solidFill>
                          <a:latin typeface="Garet Bold" panose="020B0604020202020204" charset="0"/>
                          <a:ea typeface="Garet Bold"/>
                          <a:cs typeface="Garet Bold"/>
                          <a:sym typeface="Garet Bold"/>
                        </a:rPr>
                        <a:t>Bate-</a:t>
                      </a:r>
                      <a:r>
                        <a:rPr lang="en-US" sz="1999" b="1" dirty="0" err="1">
                          <a:solidFill>
                            <a:srgbClr val="000000"/>
                          </a:solidFill>
                          <a:latin typeface="Garet Bold" panose="020B0604020202020204" charset="0"/>
                          <a:ea typeface="Garet Bold"/>
                          <a:cs typeface="Garet Bold"/>
                          <a:sym typeface="Garet Bold"/>
                        </a:rPr>
                        <a:t>papo</a:t>
                      </a: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1999" dirty="0">
                          <a:solidFill>
                            <a:srgbClr val="000000"/>
                          </a:solidFill>
                          <a:latin typeface="Garet Bold" panose="020B0604020202020204" charset="0"/>
                          <a:ea typeface="Garet"/>
                          <a:cs typeface="Garet"/>
                          <a:sym typeface="Garet"/>
                        </a:rPr>
                        <a:t>15</a:t>
                      </a:r>
                      <a:endParaRPr lang="en-US" sz="1100" dirty="0">
                        <a:latin typeface="Garet Bold" panose="020B0604020202020204" charset="0"/>
                      </a:endParaRPr>
                    </a:p>
                  </a:txBody>
                  <a:tcPr marL="190500" marR="190500" marT="190500" marB="1905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r>
                        <a:rPr lang="en-US" sz="2400" dirty="0">
                          <a:solidFill>
                            <a:schemeClr val="tx1">
                              <a:lumMod val="50000"/>
                              <a:lumOff val="50000"/>
                            </a:schemeClr>
                          </a:solidFill>
                          <a:latin typeface="Garet Bold" panose="020B0604020202020204" charset="0"/>
                        </a:rPr>
                        <a:t>1</a:t>
                      </a:r>
                    </a:p>
                  </a:txBody>
                  <a:tcPr marL="190500" marR="190500" marT="190500" marB="190500" anchor="ctr">
                    <a:lnL w="1270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82130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dirty="0">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82130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117465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dirty="0">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117465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dirty="0">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821300">
                <a:tc>
                  <a:txBody>
                    <a:bodyPr/>
                    <a:lstStyle/>
                    <a:p>
                      <a:pPr algn="ctr">
                        <a:lnSpc>
                          <a:spcPts val="2799"/>
                        </a:lnSpc>
                        <a:defRPr/>
                      </a:pPr>
                      <a:endParaRPr lang="en-US" sz="1100" dirty="0">
                        <a:latin typeface="Garet Bold" panose="020B0604020202020204" charset="0"/>
                      </a:endParaRPr>
                    </a:p>
                  </a:txBody>
                  <a:tcPr marL="190500" marR="190500" marT="190500" marB="190500" anchor="ctr">
                    <a:lnL w="1905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1100">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ts val="2799"/>
                        </a:lnSpc>
                        <a:defRPr/>
                      </a:pPr>
                      <a:endParaRPr lang="en-US" sz="2400" dirty="0">
                        <a:solidFill>
                          <a:schemeClr val="tx1">
                            <a:lumMod val="50000"/>
                            <a:lumOff val="50000"/>
                          </a:schemeClr>
                        </a:solidFill>
                        <a:latin typeface="Garet Bold" panose="020B0604020202020204" charset="0"/>
                      </a:endParaRPr>
                    </a:p>
                  </a:txBody>
                  <a:tcPr marL="190500" marR="190500" marT="190500" marB="190500" anchor="ctr">
                    <a:lnL w="12700" cap="flat" cmpd="sng" algn="ctr">
                      <a:noFill/>
                      <a:prstDash val="solid"/>
                      <a:round/>
                      <a:headEnd type="none" w="med" len="med"/>
                      <a:tailEnd type="none" w="med" len="med"/>
                    </a:lnL>
                    <a:lnR w="1905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sp>
        <p:nvSpPr>
          <p:cNvPr id="4" name="Freeform 4"/>
          <p:cNvSpPr/>
          <p:nvPr/>
        </p:nvSpPr>
        <p:spPr>
          <a:xfrm>
            <a:off x="-609600" y="1559650"/>
            <a:ext cx="9125543" cy="7167700"/>
          </a:xfrm>
          <a:custGeom>
            <a:avLst/>
            <a:gdLst/>
            <a:ahLst/>
            <a:cxnLst/>
            <a:rect l="l" t="t" r="r" b="b"/>
            <a:pathLst>
              <a:path w="9125543" h="7167700">
                <a:moveTo>
                  <a:pt x="0" y="0"/>
                </a:moveTo>
                <a:lnTo>
                  <a:pt x="9125544" y="0"/>
                </a:lnTo>
                <a:lnTo>
                  <a:pt x="9125544" y="7167700"/>
                </a:lnTo>
                <a:lnTo>
                  <a:pt x="0" y="71677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pt-BR"/>
          </a:p>
        </p:txBody>
      </p:sp>
      <p:sp>
        <p:nvSpPr>
          <p:cNvPr id="5" name="Freeform 5"/>
          <p:cNvSpPr/>
          <p:nvPr/>
        </p:nvSpPr>
        <p:spPr>
          <a:xfrm>
            <a:off x="14799313" y="0"/>
            <a:ext cx="3488687" cy="1198840"/>
          </a:xfrm>
          <a:custGeom>
            <a:avLst/>
            <a:gdLst/>
            <a:ahLst/>
            <a:cxnLst/>
            <a:rect l="l" t="t" r="r" b="b"/>
            <a:pathLst>
              <a:path w="3488687" h="1198840">
                <a:moveTo>
                  <a:pt x="0" y="0"/>
                </a:moveTo>
                <a:lnTo>
                  <a:pt x="3488687" y="0"/>
                </a:lnTo>
                <a:lnTo>
                  <a:pt x="3488687" y="1198840"/>
                </a:lnTo>
                <a:lnTo>
                  <a:pt x="0" y="119884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pt-BR"/>
          </a:p>
        </p:txBody>
      </p:sp>
      <p:sp>
        <p:nvSpPr>
          <p:cNvPr id="7" name="TextBox 11">
            <a:extLst>
              <a:ext uri="{FF2B5EF4-FFF2-40B4-BE49-F238E27FC236}">
                <a16:creationId xmlns:a16="http://schemas.microsoft.com/office/drawing/2014/main" id="{79A31098-639A-3778-D1DB-C199CAD3F36C}"/>
              </a:ext>
            </a:extLst>
          </p:cNvPr>
          <p:cNvSpPr txBox="1"/>
          <p:nvPr/>
        </p:nvSpPr>
        <p:spPr>
          <a:xfrm>
            <a:off x="1295400" y="6124228"/>
            <a:ext cx="6172200" cy="1634486"/>
          </a:xfrm>
          <a:prstGeom prst="rect">
            <a:avLst/>
          </a:prstGeom>
        </p:spPr>
        <p:txBody>
          <a:bodyPr wrap="square" lIns="0" tIns="0" rIns="0" bIns="0" rtlCol="0" anchor="t">
            <a:spAutoFit/>
          </a:bodyPr>
          <a:lstStyle/>
          <a:p>
            <a:pPr algn="ctr">
              <a:lnSpc>
                <a:spcPts val="4295"/>
              </a:lnSpc>
            </a:pPr>
            <a:r>
              <a:rPr lang="en-US" sz="6000" b="1" dirty="0">
                <a:solidFill>
                  <a:schemeClr val="bg1"/>
                </a:solidFill>
                <a:latin typeface="Garet Bold" panose="020B0604020202020204" charset="0"/>
                <a:ea typeface="Garet"/>
                <a:cs typeface="Garet"/>
                <a:sym typeface="Garet"/>
              </a:rPr>
              <a:t>647</a:t>
            </a:r>
            <a:r>
              <a:rPr lang="en-US" sz="6000" dirty="0">
                <a:solidFill>
                  <a:schemeClr val="bg1"/>
                </a:solidFill>
                <a:latin typeface="Garet Bold" panose="020B0604020202020204" charset="0"/>
                <a:ea typeface="Garet"/>
                <a:cs typeface="Garet"/>
                <a:sym typeface="Garet"/>
              </a:rPr>
              <a:t> </a:t>
            </a:r>
          </a:p>
          <a:p>
            <a:pPr algn="ctr">
              <a:lnSpc>
                <a:spcPts val="4295"/>
              </a:lnSpc>
            </a:pPr>
            <a:r>
              <a:rPr lang="en-US" sz="3068" dirty="0" err="1">
                <a:solidFill>
                  <a:schemeClr val="bg1"/>
                </a:solidFill>
                <a:latin typeface="Garet"/>
                <a:ea typeface="Garet"/>
                <a:cs typeface="Garet"/>
                <a:sym typeface="Garet"/>
              </a:rPr>
              <a:t>presenças</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em</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ações</a:t>
            </a:r>
            <a:r>
              <a:rPr lang="en-US" sz="3068" dirty="0">
                <a:solidFill>
                  <a:schemeClr val="bg1"/>
                </a:solidFill>
                <a:latin typeface="Garet"/>
                <a:ea typeface="Garet"/>
                <a:cs typeface="Garet"/>
                <a:sym typeface="Garet"/>
              </a:rPr>
              <a:t> </a:t>
            </a:r>
            <a:r>
              <a:rPr lang="en-US" sz="3068" dirty="0" err="1">
                <a:solidFill>
                  <a:schemeClr val="bg1"/>
                </a:solidFill>
                <a:latin typeface="Garet"/>
                <a:ea typeface="Garet"/>
                <a:cs typeface="Garet"/>
                <a:sym typeface="Garet"/>
              </a:rPr>
              <a:t>integradas</a:t>
            </a:r>
            <a:r>
              <a:rPr lang="en-US" sz="3068" dirty="0">
                <a:solidFill>
                  <a:schemeClr val="bg1"/>
                </a:solidFill>
                <a:latin typeface="Garet"/>
                <a:ea typeface="Garet"/>
                <a:cs typeface="Garet"/>
                <a:sym typeface="Garet"/>
              </a:rPr>
              <a:t> à </a:t>
            </a:r>
            <a:r>
              <a:rPr lang="en-US" sz="3068" dirty="0" err="1">
                <a:solidFill>
                  <a:schemeClr val="bg1"/>
                </a:solidFill>
                <a:latin typeface="Garet"/>
                <a:ea typeface="Garet"/>
                <a:cs typeface="Garet"/>
                <a:sym typeface="Garet"/>
              </a:rPr>
              <a:t>exposição</a:t>
            </a:r>
            <a:endParaRPr lang="en-US" sz="3068" dirty="0">
              <a:solidFill>
                <a:schemeClr val="bg1"/>
              </a:solidFill>
              <a:latin typeface="Garet"/>
              <a:ea typeface="Garet"/>
              <a:cs typeface="Garet"/>
              <a:sym typeface="Gare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20FDA7-B291-C22D-9667-DA9A5DD46A8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0954F1D-16E1-FA8F-8C1C-5D689D990363}"/>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10" name="TextBox 10">
            <a:extLst>
              <a:ext uri="{FF2B5EF4-FFF2-40B4-BE49-F238E27FC236}">
                <a16:creationId xmlns:a16="http://schemas.microsoft.com/office/drawing/2014/main" id="{D7F082A3-D60F-1AAB-1517-60689FB4FD8C}"/>
              </a:ext>
            </a:extLst>
          </p:cNvPr>
          <p:cNvSpPr txBox="1"/>
          <p:nvPr/>
        </p:nvSpPr>
        <p:spPr>
          <a:xfrm>
            <a:off x="394651" y="1346835"/>
            <a:ext cx="8749349" cy="3066224"/>
          </a:xfrm>
          <a:prstGeom prst="rect">
            <a:avLst/>
          </a:prstGeom>
        </p:spPr>
        <p:txBody>
          <a:bodyPr wrap="square" lIns="0" tIns="0" rIns="0" bIns="0" rtlCol="0" anchor="t">
            <a:spAutoFit/>
          </a:bodyPr>
          <a:lstStyle/>
          <a:p>
            <a:pPr algn="r">
              <a:lnSpc>
                <a:spcPts val="5808"/>
              </a:lnSpc>
            </a:pPr>
            <a:r>
              <a:rPr lang="en-US" sz="5808" spc="-458" dirty="0">
                <a:solidFill>
                  <a:srgbClr val="000000"/>
                </a:solidFill>
                <a:latin typeface="Garet Bold" panose="020B0604020202020204" charset="0"/>
                <a:ea typeface="Archivo Black"/>
                <a:cs typeface="Archivo Black"/>
                <a:sym typeface="Archivo Black"/>
              </a:rPr>
              <a:t> </a:t>
            </a:r>
          </a:p>
          <a:p>
            <a:pPr marL="0" lvl="0" indent="0" algn="r">
              <a:lnSpc>
                <a:spcPts val="5808"/>
              </a:lnSpc>
              <a:spcBef>
                <a:spcPct val="0"/>
              </a:spcBef>
            </a:pPr>
            <a:r>
              <a:rPr lang="en-US" sz="7200" b="1" spc="-458" dirty="0">
                <a:solidFill>
                  <a:srgbClr val="000000"/>
                </a:solidFill>
                <a:latin typeface="Garet Bold" panose="020B0604020202020204" charset="0"/>
                <a:ea typeface="Archivo Black"/>
                <a:cs typeface="Archivo Black"/>
                <a:sym typeface="Archivo Black"/>
              </a:rPr>
              <a:t>04 </a:t>
            </a:r>
            <a:r>
              <a:rPr lang="en-US" sz="7200" b="1" spc="-458" dirty="0" err="1">
                <a:solidFill>
                  <a:srgbClr val="000000"/>
                </a:solidFill>
                <a:latin typeface="Garet Bold" panose="020B0604020202020204" charset="0"/>
                <a:ea typeface="Archivo Black"/>
                <a:cs typeface="Archivo Black"/>
                <a:sym typeface="Archivo Black"/>
              </a:rPr>
              <a:t>instituições</a:t>
            </a:r>
            <a:endParaRPr lang="en-US" sz="7200" b="1" spc="-458" dirty="0">
              <a:solidFill>
                <a:srgbClr val="000000"/>
              </a:solidFill>
              <a:latin typeface="Garet Bold" panose="020B0604020202020204" charset="0"/>
              <a:ea typeface="Archivo Black"/>
              <a:cs typeface="Archivo Black"/>
              <a:sym typeface="Archivo Black"/>
            </a:endParaRPr>
          </a:p>
          <a:p>
            <a:pPr algn="r">
              <a:lnSpc>
                <a:spcPts val="5808"/>
              </a:lnSpc>
              <a:spcBef>
                <a:spcPct val="0"/>
              </a:spcBef>
            </a:pPr>
            <a:r>
              <a:rPr lang="en-US" sz="4000" spc="-458" dirty="0" err="1">
                <a:solidFill>
                  <a:srgbClr val="000000"/>
                </a:solidFill>
                <a:latin typeface="Garet" panose="020B0604020202020204" charset="0"/>
                <a:ea typeface="Archivo Black"/>
                <a:cs typeface="Archivo Black"/>
                <a:sym typeface="Archivo Black"/>
              </a:rPr>
              <a:t>destaques</a:t>
            </a:r>
            <a:r>
              <a:rPr lang="en-US" sz="4000" spc="-458" dirty="0">
                <a:solidFill>
                  <a:srgbClr val="000000"/>
                </a:solidFill>
                <a:latin typeface="Garet" panose="020B0604020202020204" charset="0"/>
                <a:ea typeface="Archivo Black"/>
                <a:cs typeface="Archivo Black"/>
                <a:sym typeface="Archivo Black"/>
              </a:rPr>
              <a:t> entre as </a:t>
            </a:r>
            <a:r>
              <a:rPr lang="en-US" sz="4000" spc="-458" dirty="0" err="1">
                <a:solidFill>
                  <a:srgbClr val="000000"/>
                </a:solidFill>
                <a:latin typeface="Garet" panose="020B0604020202020204" charset="0"/>
                <a:ea typeface="Archivo Black"/>
                <a:cs typeface="Archivo Black"/>
                <a:sym typeface="Archivo Black"/>
              </a:rPr>
              <a:t>instituições</a:t>
            </a:r>
            <a:r>
              <a:rPr lang="en-US" sz="4000" spc="-458" dirty="0">
                <a:solidFill>
                  <a:srgbClr val="000000"/>
                </a:solidFill>
                <a:latin typeface="Garet" panose="020B0604020202020204" charset="0"/>
                <a:ea typeface="Archivo Black"/>
                <a:cs typeface="Archivo Black"/>
                <a:sym typeface="Archivo Black"/>
              </a:rPr>
              <a:t> </a:t>
            </a:r>
            <a:r>
              <a:rPr lang="en-US" sz="4000" spc="-458" dirty="0" err="1">
                <a:solidFill>
                  <a:srgbClr val="000000"/>
                </a:solidFill>
                <a:latin typeface="Garet" panose="020B0604020202020204" charset="0"/>
                <a:ea typeface="Archivo Black"/>
                <a:cs typeface="Archivo Black"/>
                <a:sym typeface="Archivo Black"/>
              </a:rPr>
              <a:t>recebidas</a:t>
            </a:r>
            <a:endParaRPr lang="en-US" sz="5400" spc="-458" dirty="0">
              <a:solidFill>
                <a:srgbClr val="000000"/>
              </a:solidFill>
              <a:latin typeface="Garet" panose="020B0604020202020204" charset="0"/>
              <a:ea typeface="Archivo Black"/>
              <a:cs typeface="Archivo Black"/>
              <a:sym typeface="Archivo Black"/>
            </a:endParaRPr>
          </a:p>
          <a:p>
            <a:pPr marL="0" lvl="0" indent="0" algn="r">
              <a:lnSpc>
                <a:spcPts val="5808"/>
              </a:lnSpc>
              <a:spcBef>
                <a:spcPct val="0"/>
              </a:spcBef>
            </a:pPr>
            <a:endParaRPr lang="en-US" sz="7200" b="1" spc="-458" dirty="0">
              <a:solidFill>
                <a:srgbClr val="000000"/>
              </a:solidFill>
              <a:latin typeface="Garet Bold" panose="020B0604020202020204" charset="0"/>
              <a:ea typeface="Archivo Black"/>
              <a:cs typeface="Archivo Black"/>
              <a:sym typeface="Archivo Black"/>
            </a:endParaRPr>
          </a:p>
        </p:txBody>
      </p:sp>
      <p:sp>
        <p:nvSpPr>
          <p:cNvPr id="3" name="TextBox 13">
            <a:extLst>
              <a:ext uri="{FF2B5EF4-FFF2-40B4-BE49-F238E27FC236}">
                <a16:creationId xmlns:a16="http://schemas.microsoft.com/office/drawing/2014/main" id="{443776A8-5BF1-5C6C-FDAB-3F0211A9B258}"/>
              </a:ext>
            </a:extLst>
          </p:cNvPr>
          <p:cNvSpPr txBox="1"/>
          <p:nvPr/>
        </p:nvSpPr>
        <p:spPr>
          <a:xfrm>
            <a:off x="6172200" y="4076700"/>
            <a:ext cx="11414218" cy="2831544"/>
          </a:xfrm>
          <a:prstGeom prst="rect">
            <a:avLst/>
          </a:prstGeom>
        </p:spPr>
        <p:txBody>
          <a:bodyPr wrap="square" lIns="0" tIns="0" rIns="0" bIns="0" numCol="1" rtlCol="0" anchor="t">
            <a:spAutoFit/>
          </a:bodyPr>
          <a:lstStyle/>
          <a:p>
            <a:pPr marL="285750" indent="-285750">
              <a:buFont typeface="Arial" panose="020B0604020202020204" pitchFamily="34" charset="0"/>
              <a:buChar char="•"/>
            </a:pPr>
            <a:r>
              <a:rPr lang="pt-BR" sz="2800" dirty="0">
                <a:latin typeface="Garet" panose="020B0604020202020204" charset="0"/>
              </a:rPr>
              <a:t>Diretoria Pedagógica (DIPED) – Lapa/Perus</a:t>
            </a:r>
          </a:p>
          <a:p>
            <a:pPr marL="285750" indent="-285750">
              <a:buFont typeface="Arial" panose="020B0604020202020204" pitchFamily="34" charset="0"/>
              <a:buChar char="•"/>
            </a:pPr>
            <a:r>
              <a:rPr lang="pt-BR" sz="2800" dirty="0">
                <a:latin typeface="Garet" panose="020B0604020202020204" charset="0"/>
              </a:rPr>
              <a:t>Senac Scipião</a:t>
            </a:r>
          </a:p>
          <a:p>
            <a:pPr marL="285750" indent="-285750">
              <a:buFont typeface="Arial" panose="020B0604020202020204" pitchFamily="34" charset="0"/>
              <a:buChar char="•"/>
            </a:pPr>
            <a:r>
              <a:rPr lang="pt-BR" sz="2800" dirty="0">
                <a:latin typeface="Garet" panose="020B0604020202020204" charset="0"/>
              </a:rPr>
              <a:t>Senac Tito</a:t>
            </a:r>
          </a:p>
          <a:p>
            <a:pPr marL="285750" indent="-285750">
              <a:buFont typeface="Arial" panose="020B0604020202020204" pitchFamily="34" charset="0"/>
              <a:buChar char="•"/>
            </a:pPr>
            <a:r>
              <a:rPr lang="pt-BR" sz="2800" dirty="0">
                <a:latin typeface="Garet" panose="020B0604020202020204" charset="0"/>
              </a:rPr>
              <a:t>ONG - Um dia de Arte</a:t>
            </a:r>
          </a:p>
          <a:p>
            <a:pPr marL="285750" indent="-285750">
              <a:buFont typeface="Arial" panose="020B0604020202020204" pitchFamily="34" charset="0"/>
              <a:buChar char="•"/>
            </a:pPr>
            <a:endParaRPr lang="pt-BR" sz="2800" dirty="0">
              <a:latin typeface="Garet" panose="020B0604020202020204" charset="0"/>
            </a:endParaRPr>
          </a:p>
          <a:p>
            <a:endParaRPr lang="pt-BR" sz="4400" dirty="0"/>
          </a:p>
        </p:txBody>
      </p:sp>
    </p:spTree>
    <p:extLst>
      <p:ext uri="{BB962C8B-B14F-4D97-AF65-F5344CB8AC3E}">
        <p14:creationId xmlns:p14="http://schemas.microsoft.com/office/powerpoint/2010/main" val="5118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8CCE2-E305-C8FD-6565-4BD621ABAFD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506378A-EAC4-8AEB-EDA8-925CE16AA0AA}"/>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A473A619-A185-7E13-FFE9-28DA349F71B9}"/>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4FF2528C-549B-D853-2A77-2C0445ED0DA1}"/>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FFCC4CE1-9A99-AC19-04E4-B1FCEF0982B2}"/>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pic>
        <p:nvPicPr>
          <p:cNvPr id="9" name="Imagem 8" descr="Mulher em pé na calçada&#10;&#10;O conteúdo gerado por IA pode estar incorreto.">
            <a:extLst>
              <a:ext uri="{FF2B5EF4-FFF2-40B4-BE49-F238E27FC236}">
                <a16:creationId xmlns:a16="http://schemas.microsoft.com/office/drawing/2014/main" id="{70AA14F0-FBD0-D6AC-F244-86CB801ADF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86400" y="422412"/>
            <a:ext cx="10513113" cy="7884835"/>
          </a:xfrm>
          <a:prstGeom prst="rect">
            <a:avLst/>
          </a:prstGeom>
        </p:spPr>
      </p:pic>
    </p:spTree>
    <p:extLst>
      <p:ext uri="{BB962C8B-B14F-4D97-AF65-F5344CB8AC3E}">
        <p14:creationId xmlns:p14="http://schemas.microsoft.com/office/powerpoint/2010/main" val="32444453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078B6-8BFD-D9C1-2853-5A36DCC4455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AC8A35FE-BE79-76FA-B59D-C338340490FC}"/>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B6701DC7-DF15-38C6-06BF-63EA819EE8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85499EDC-E752-8A1F-9CFD-86AD814CB5CD}"/>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BAFB028F-DD5B-A5DB-2613-C9D9135DB747}"/>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pic>
        <p:nvPicPr>
          <p:cNvPr id="10" name="Imagem 9" descr="Uma imagem contendo pessoa, ao ar livre, edifício, jovem&#10;&#10;O conteúdo gerado por IA pode estar incorreto.">
            <a:extLst>
              <a:ext uri="{FF2B5EF4-FFF2-40B4-BE49-F238E27FC236}">
                <a16:creationId xmlns:a16="http://schemas.microsoft.com/office/drawing/2014/main" id="{65A9CB2D-7BB1-42C2-C4F5-AF9784249DA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29200" y="941613"/>
            <a:ext cx="5889612" cy="7853357"/>
          </a:xfrm>
          <a:prstGeom prst="rect">
            <a:avLst/>
          </a:prstGeom>
        </p:spPr>
      </p:pic>
      <p:pic>
        <p:nvPicPr>
          <p:cNvPr id="13" name="Imagem 12" descr="Pessoa segurando um laptop&#10;&#10;O conteúdo gerado por IA pode estar incorreto.">
            <a:extLst>
              <a:ext uri="{FF2B5EF4-FFF2-40B4-BE49-F238E27FC236}">
                <a16:creationId xmlns:a16="http://schemas.microsoft.com/office/drawing/2014/main" id="{51C4C20D-B479-29BD-EF68-F46D7DFBE4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352088" y="952498"/>
            <a:ext cx="6601079" cy="7864249"/>
          </a:xfrm>
          <a:prstGeom prst="rect">
            <a:avLst/>
          </a:prstGeom>
        </p:spPr>
      </p:pic>
    </p:spTree>
    <p:extLst>
      <p:ext uri="{BB962C8B-B14F-4D97-AF65-F5344CB8AC3E}">
        <p14:creationId xmlns:p14="http://schemas.microsoft.com/office/powerpoint/2010/main" val="33180667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5BED3-5ED9-4238-7A51-9560FFEFC67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54BF215-012C-0BB6-7FA7-34B16A29D3E8}"/>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a:p>
        </p:txBody>
      </p:sp>
      <p:sp>
        <p:nvSpPr>
          <p:cNvPr id="3" name="AutoShape 3">
            <a:extLst>
              <a:ext uri="{FF2B5EF4-FFF2-40B4-BE49-F238E27FC236}">
                <a16:creationId xmlns:a16="http://schemas.microsoft.com/office/drawing/2014/main" id="{F8736DF3-8994-D83D-8F8B-AF08375CB210}"/>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27C2E4A0-364C-8305-CAA4-B3CF496D42E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7" name="TextBox 7">
            <a:extLst>
              <a:ext uri="{FF2B5EF4-FFF2-40B4-BE49-F238E27FC236}">
                <a16:creationId xmlns:a16="http://schemas.microsoft.com/office/drawing/2014/main" id="{10EFF2F3-EC3D-B0B2-4235-175D4F8E8FA0}"/>
              </a:ext>
            </a:extLst>
          </p:cNvPr>
          <p:cNvSpPr txBox="1"/>
          <p:nvPr/>
        </p:nvSpPr>
        <p:spPr>
          <a:xfrm>
            <a:off x="1028700" y="3161405"/>
            <a:ext cx="7203393" cy="764825"/>
          </a:xfrm>
          <a:prstGeom prst="rect">
            <a:avLst/>
          </a:prstGeom>
        </p:spPr>
        <p:txBody>
          <a:bodyPr lIns="0" tIns="0" rIns="0" bIns="0" rtlCol="0" anchor="t">
            <a:spAutoFit/>
          </a:bodyPr>
          <a:lstStyle/>
          <a:p>
            <a:pPr algn="l">
              <a:lnSpc>
                <a:spcPts val="5808"/>
              </a:lnSpc>
            </a:pPr>
            <a:r>
              <a:rPr lang="en-US" sz="5808" spc="-458" dirty="0" err="1">
                <a:solidFill>
                  <a:srgbClr val="000000"/>
                </a:solidFill>
                <a:latin typeface="Archivo Black"/>
                <a:ea typeface="Archivo Black"/>
                <a:cs typeface="Archivo Black"/>
                <a:sym typeface="Archivo Black"/>
              </a:rPr>
              <a:t>Registros</a:t>
            </a:r>
            <a:r>
              <a:rPr lang="en-US" sz="5808" spc="-458" dirty="0">
                <a:solidFill>
                  <a:srgbClr val="000000"/>
                </a:solidFill>
                <a:latin typeface="Archivo Black"/>
                <a:ea typeface="Archivo Black"/>
                <a:cs typeface="Archivo Black"/>
                <a:sym typeface="Archivo Black"/>
              </a:rPr>
              <a:t> </a:t>
            </a:r>
          </a:p>
        </p:txBody>
      </p:sp>
      <p:pic>
        <p:nvPicPr>
          <p:cNvPr id="10" name="Imagem 9" descr="Uma imagem contendo edifício, homem, mesa, andando&#10;&#10;O conteúdo gerado por IA pode estar incorreto.">
            <a:extLst>
              <a:ext uri="{FF2B5EF4-FFF2-40B4-BE49-F238E27FC236}">
                <a16:creationId xmlns:a16="http://schemas.microsoft.com/office/drawing/2014/main" id="{2E6BCB28-2A4B-BC73-ACC1-F7B6EEA811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0745" y="1495419"/>
            <a:ext cx="3051810" cy="6781800"/>
          </a:xfrm>
          <a:prstGeom prst="rect">
            <a:avLst/>
          </a:prstGeom>
        </p:spPr>
      </p:pic>
      <p:pic>
        <p:nvPicPr>
          <p:cNvPr id="13" name="Imagem 12" descr="Pessoas na frente de um prédio&#10;&#10;O conteúdo gerado por IA pode estar incorreto.">
            <a:extLst>
              <a:ext uri="{FF2B5EF4-FFF2-40B4-BE49-F238E27FC236}">
                <a16:creationId xmlns:a16="http://schemas.microsoft.com/office/drawing/2014/main" id="{3BEDAFC8-5B68-3B6D-DD7A-4512612BF6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29775" y="1495419"/>
            <a:ext cx="3051810" cy="6781800"/>
          </a:xfrm>
          <a:prstGeom prst="rect">
            <a:avLst/>
          </a:prstGeom>
        </p:spPr>
      </p:pic>
      <p:pic>
        <p:nvPicPr>
          <p:cNvPr id="15" name="Imagem 14" descr="Grupo de pessoas sentadas em cadeiras&#10;&#10;O conteúdo gerado por IA pode estar incorreto.">
            <a:extLst>
              <a:ext uri="{FF2B5EF4-FFF2-40B4-BE49-F238E27FC236}">
                <a16:creationId xmlns:a16="http://schemas.microsoft.com/office/drawing/2014/main" id="{C7541A71-7E52-A618-81F4-7C8B1049D4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298695" y="1481140"/>
            <a:ext cx="3051810" cy="6781800"/>
          </a:xfrm>
          <a:prstGeom prst="rect">
            <a:avLst/>
          </a:prstGeom>
        </p:spPr>
      </p:pic>
    </p:spTree>
    <p:extLst>
      <p:ext uri="{BB962C8B-B14F-4D97-AF65-F5344CB8AC3E}">
        <p14:creationId xmlns:p14="http://schemas.microsoft.com/office/powerpoint/2010/main" val="1557655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8883-5E3E-6EC0-F421-D25AE086B54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92F307A-CC33-7C8C-7DB1-2017D98FCD24}"/>
              </a:ext>
            </a:extLst>
          </p:cNvPr>
          <p:cNvSpPr/>
          <p:nvPr/>
        </p:nvSpPr>
        <p:spPr>
          <a:xfrm>
            <a:off x="-586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dirty="0"/>
          </a:p>
        </p:txBody>
      </p:sp>
      <p:sp>
        <p:nvSpPr>
          <p:cNvPr id="3" name="AutoShape 3">
            <a:extLst>
              <a:ext uri="{FF2B5EF4-FFF2-40B4-BE49-F238E27FC236}">
                <a16:creationId xmlns:a16="http://schemas.microsoft.com/office/drawing/2014/main" id="{B42E7647-4A49-50C4-F1C7-E3338AC96F6C}"/>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702F01D4-DDA4-061A-4DBC-CB00D2833603}"/>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9" name="CaixaDeTexto 8">
            <a:extLst>
              <a:ext uri="{FF2B5EF4-FFF2-40B4-BE49-F238E27FC236}">
                <a16:creationId xmlns:a16="http://schemas.microsoft.com/office/drawing/2014/main" id="{4E055842-4275-5B7A-4222-8123D01B0BBC}"/>
              </a:ext>
            </a:extLst>
          </p:cNvPr>
          <p:cNvSpPr txBox="1"/>
          <p:nvPr/>
        </p:nvSpPr>
        <p:spPr>
          <a:xfrm>
            <a:off x="609600" y="495300"/>
            <a:ext cx="5562600" cy="7848302"/>
          </a:xfrm>
          <a:prstGeom prst="rect">
            <a:avLst/>
          </a:prstGeom>
          <a:noFill/>
        </p:spPr>
        <p:txBody>
          <a:bodyPr wrap="square" rtlCol="0">
            <a:spAutoFit/>
          </a:bodyPr>
          <a:lstStyle/>
          <a:p>
            <a:r>
              <a:rPr lang="pt-BR" b="1" dirty="0"/>
              <a:t>SESC – SERVIÇO SOCIAL DO COMÉRCIO</a:t>
            </a:r>
            <a:endParaRPr lang="pt-BR" dirty="0"/>
          </a:p>
          <a:p>
            <a:r>
              <a:rPr lang="pt-BR" dirty="0" err="1"/>
              <a:t>Administraçao</a:t>
            </a:r>
            <a:r>
              <a:rPr lang="pt-BR" dirty="0"/>
              <a:t> Regional no Estado de </a:t>
            </a:r>
            <a:r>
              <a:rPr lang="pt-BR" dirty="0" err="1"/>
              <a:t>Sao</a:t>
            </a:r>
            <a:r>
              <a:rPr lang="pt-BR" dirty="0"/>
              <a:t> Paulo</a:t>
            </a:r>
          </a:p>
          <a:p>
            <a:r>
              <a:rPr lang="en-US" b="1" dirty="0"/>
              <a:t> </a:t>
            </a:r>
            <a:endParaRPr lang="pt-BR" dirty="0"/>
          </a:p>
          <a:p>
            <a:r>
              <a:rPr lang="en-US" b="1" dirty="0"/>
              <a:t>Presidente do </a:t>
            </a:r>
            <a:r>
              <a:rPr lang="en-US" b="1" dirty="0" err="1"/>
              <a:t>Conselho</a:t>
            </a:r>
            <a:r>
              <a:rPr lang="en-US" b="1" dirty="0"/>
              <a:t> Regional </a:t>
            </a:r>
            <a:endParaRPr lang="pt-BR" dirty="0"/>
          </a:p>
          <a:p>
            <a:r>
              <a:rPr lang="pt-BR" dirty="0"/>
              <a:t>Abram Szajman</a:t>
            </a:r>
          </a:p>
          <a:p>
            <a:r>
              <a:rPr lang="pt-BR" b="1" dirty="0"/>
              <a:t> </a:t>
            </a:r>
            <a:endParaRPr lang="pt-BR" dirty="0"/>
          </a:p>
          <a:p>
            <a:r>
              <a:rPr lang="pt-BR" b="1" dirty="0"/>
              <a:t>Diretor do Departamento Regional </a:t>
            </a:r>
            <a:endParaRPr lang="pt-BR" dirty="0"/>
          </a:p>
          <a:p>
            <a:r>
              <a:rPr lang="pt-BR" dirty="0"/>
              <a:t>Luiz </a:t>
            </a:r>
            <a:r>
              <a:rPr lang="pt-BR" dirty="0" err="1"/>
              <a:t>Deoclecio</a:t>
            </a:r>
            <a:r>
              <a:rPr lang="pt-BR" dirty="0"/>
              <a:t> Massaro Galina</a:t>
            </a:r>
          </a:p>
          <a:p>
            <a:r>
              <a:rPr lang="pt-BR" b="1" dirty="0"/>
              <a:t> </a:t>
            </a:r>
            <a:endParaRPr lang="pt-BR" dirty="0"/>
          </a:p>
          <a:p>
            <a:r>
              <a:rPr lang="pt-BR" b="1" dirty="0"/>
              <a:t>Superintendentes</a:t>
            </a:r>
            <a:endParaRPr lang="pt-BR" dirty="0"/>
          </a:p>
          <a:p>
            <a:r>
              <a:rPr lang="pt-BR" dirty="0"/>
              <a:t>Rosana Paulo da Cunha</a:t>
            </a:r>
          </a:p>
          <a:p>
            <a:r>
              <a:rPr lang="pt-BR" b="1" dirty="0"/>
              <a:t> </a:t>
            </a:r>
            <a:r>
              <a:rPr lang="pt-BR" dirty="0"/>
              <a:t>Ricardo Gentil de Oliveira</a:t>
            </a:r>
            <a:r>
              <a:rPr lang="pt-BR" b="1" dirty="0"/>
              <a:t> </a:t>
            </a:r>
            <a:endParaRPr lang="pt-BR" dirty="0"/>
          </a:p>
          <a:p>
            <a:r>
              <a:rPr lang="pt-BR" dirty="0"/>
              <a:t>Jackson Andrade de Matos</a:t>
            </a:r>
          </a:p>
          <a:p>
            <a:r>
              <a:rPr lang="pt-BR" dirty="0"/>
              <a:t>Marta Raquel </a:t>
            </a:r>
            <a:r>
              <a:rPr lang="pt-BR" dirty="0" err="1"/>
              <a:t>Colabone</a:t>
            </a:r>
            <a:endParaRPr lang="pt-BR" dirty="0"/>
          </a:p>
          <a:p>
            <a:r>
              <a:rPr lang="pt-BR" dirty="0"/>
              <a:t> </a:t>
            </a:r>
          </a:p>
          <a:p>
            <a:r>
              <a:rPr lang="pt-BR" b="1" dirty="0"/>
              <a:t>Gerentes </a:t>
            </a:r>
          </a:p>
          <a:p>
            <a:r>
              <a:rPr lang="en-US" dirty="0"/>
              <a:t>Juliana Braga de Mattos</a:t>
            </a:r>
            <a:endParaRPr lang="pt-BR" dirty="0"/>
          </a:p>
          <a:p>
            <a:r>
              <a:rPr lang="en-US" dirty="0"/>
              <a:t>Joao Paulo </a:t>
            </a:r>
            <a:r>
              <a:rPr lang="en-US" dirty="0" err="1"/>
              <a:t>Guadanucci</a:t>
            </a:r>
            <a:endParaRPr lang="pt-BR" dirty="0"/>
          </a:p>
          <a:p>
            <a:r>
              <a:rPr lang="pt-BR" dirty="0"/>
              <a:t>Rogério Ianelli</a:t>
            </a:r>
          </a:p>
          <a:p>
            <a:r>
              <a:rPr lang="pt-BR" dirty="0"/>
              <a:t>Denise Baena</a:t>
            </a:r>
            <a:r>
              <a:rPr lang="pt-BR" b="1" dirty="0"/>
              <a:t> </a:t>
            </a:r>
            <a:endParaRPr lang="pt-BR" dirty="0"/>
          </a:p>
          <a:p>
            <a:r>
              <a:rPr lang="pt-BR" dirty="0"/>
              <a:t>Ligia Moreira </a:t>
            </a:r>
            <a:r>
              <a:rPr lang="pt-BR" dirty="0" err="1"/>
              <a:t>Moreli</a:t>
            </a:r>
            <a:endParaRPr lang="pt-BR" dirty="0"/>
          </a:p>
          <a:p>
            <a:r>
              <a:rPr lang="pt-BR" dirty="0"/>
              <a:t>Monica </a:t>
            </a:r>
            <a:r>
              <a:rPr lang="pt-BR" dirty="0" err="1"/>
              <a:t>Carnieto</a:t>
            </a:r>
            <a:endParaRPr lang="pt-BR" dirty="0"/>
          </a:p>
          <a:p>
            <a:endParaRPr lang="pt-BR" dirty="0"/>
          </a:p>
          <a:p>
            <a:endParaRPr lang="pt-BR" dirty="0"/>
          </a:p>
          <a:p>
            <a:r>
              <a:rPr lang="pt-BR" dirty="0"/>
              <a:t> </a:t>
            </a:r>
          </a:p>
          <a:p>
            <a:endParaRPr lang="pt-BR" dirty="0"/>
          </a:p>
          <a:p>
            <a:endParaRPr lang="pt-BR" dirty="0"/>
          </a:p>
          <a:p>
            <a:endParaRPr lang="pt-BR" dirty="0"/>
          </a:p>
        </p:txBody>
      </p:sp>
      <p:sp>
        <p:nvSpPr>
          <p:cNvPr id="10" name="CaixaDeTexto 9">
            <a:extLst>
              <a:ext uri="{FF2B5EF4-FFF2-40B4-BE49-F238E27FC236}">
                <a16:creationId xmlns:a16="http://schemas.microsoft.com/office/drawing/2014/main" id="{1879FA72-BAB5-63D6-093B-485C388B1928}"/>
              </a:ext>
            </a:extLst>
          </p:cNvPr>
          <p:cNvSpPr txBox="1"/>
          <p:nvPr/>
        </p:nvSpPr>
        <p:spPr>
          <a:xfrm>
            <a:off x="6400800" y="647700"/>
            <a:ext cx="5930858" cy="8402300"/>
          </a:xfrm>
          <a:prstGeom prst="rect">
            <a:avLst/>
          </a:prstGeom>
          <a:noFill/>
        </p:spPr>
        <p:txBody>
          <a:bodyPr wrap="square" rtlCol="0">
            <a:spAutoFit/>
          </a:bodyPr>
          <a:lstStyle/>
          <a:p>
            <a:r>
              <a:rPr lang="pt-BR" b="1" dirty="0"/>
              <a:t>Equipe Sesc </a:t>
            </a:r>
            <a:endParaRPr lang="pt-BR" dirty="0"/>
          </a:p>
          <a:p>
            <a:r>
              <a:rPr lang="pt-BR" dirty="0"/>
              <a:t>Adriana Dias, Adriana Reis, Aline Ribenboim, Alexandre Leopoldino, André Martini Martins, Camila Castro, Clívia Ramiro, Daniel Ramos, Diogo de Moraes, Edmar Junior, Elaine Barros Martins, Fabio Vasconcelos, Fabíola Tavares Milan, Fernanda </a:t>
            </a:r>
            <a:r>
              <a:rPr lang="pt-BR" dirty="0" err="1"/>
              <a:t>Conejero</a:t>
            </a:r>
            <a:r>
              <a:rPr lang="pt-BR" dirty="0"/>
              <a:t>, Francis Manzoni , Gabriela Amorim, Guilherme Barreto, Jeferson </a:t>
            </a:r>
            <a:r>
              <a:rPr lang="pt-BR" dirty="0" err="1"/>
              <a:t>Santanielo</a:t>
            </a:r>
            <a:r>
              <a:rPr lang="pt-BR" dirty="0"/>
              <a:t>, José Gonçalves Júnior, José Renato </a:t>
            </a:r>
            <a:r>
              <a:rPr lang="pt-BR" dirty="0" err="1"/>
              <a:t>Alegreti</a:t>
            </a:r>
            <a:r>
              <a:rPr lang="pt-BR" dirty="0"/>
              <a:t> Dias, Juliana Okuda </a:t>
            </a:r>
            <a:r>
              <a:rPr lang="pt-BR" dirty="0" err="1"/>
              <a:t>Campaneli</a:t>
            </a:r>
            <a:r>
              <a:rPr lang="pt-BR" dirty="0"/>
              <a:t>, Karina Camargo Leal, Laís Silveira, Ligia </a:t>
            </a:r>
            <a:r>
              <a:rPr lang="pt-BR" dirty="0" err="1"/>
              <a:t>Zamaro</a:t>
            </a:r>
            <a:r>
              <a:rPr lang="pt-BR" dirty="0"/>
              <a:t>, Lilian </a:t>
            </a:r>
            <a:r>
              <a:rPr lang="pt-BR" dirty="0" err="1"/>
              <a:t>Ambar</a:t>
            </a:r>
            <a:r>
              <a:rPr lang="pt-BR" dirty="0"/>
              <a:t>, , Luciana Rodrigues, Mariana Lins Prado, Marina Pereira, Marina Pinheiro, Mauro Marçal, Pablo Perez, Paulo Delgado, Pedro Leme, Rachel Amoroso, Rafael Della </a:t>
            </a:r>
            <a:r>
              <a:rPr lang="pt-BR" dirty="0" err="1"/>
              <a:t>Gatta</a:t>
            </a:r>
            <a:r>
              <a:rPr lang="pt-BR" dirty="0"/>
              <a:t> Soares, Raphael Viana, Regiane Gomes, Robson Lima, Rogério Rodrigues, Sérgio Pinto, Silvia </a:t>
            </a:r>
            <a:r>
              <a:rPr lang="pt-BR" dirty="0" err="1"/>
              <a:t>Eri</a:t>
            </a:r>
            <a:r>
              <a:rPr lang="pt-BR" dirty="0"/>
              <a:t> </a:t>
            </a:r>
            <a:r>
              <a:rPr lang="pt-BR" dirty="0" err="1"/>
              <a:t>Hirao</a:t>
            </a:r>
            <a:r>
              <a:rPr lang="pt-BR" dirty="0"/>
              <a:t>, Silvio Basilio, Silvio Luiz da Silva, Suellen Barbosa, Yuri </a:t>
            </a:r>
            <a:r>
              <a:rPr lang="pt-BR" dirty="0" err="1"/>
              <a:t>Cumer</a:t>
            </a:r>
            <a:endParaRPr lang="pt-BR" dirty="0"/>
          </a:p>
          <a:p>
            <a:endParaRPr lang="pt-BR" dirty="0"/>
          </a:p>
          <a:p>
            <a:r>
              <a:rPr lang="pt-BR" b="1" dirty="0"/>
              <a:t>EXPOSIÇÃO “A Natureza das Coisas – Carlito </a:t>
            </a:r>
            <a:r>
              <a:rPr lang="pt-BR" b="1" dirty="0" err="1"/>
              <a:t>Carvalosa</a:t>
            </a:r>
            <a:r>
              <a:rPr lang="pt-BR" b="1" dirty="0"/>
              <a:t>”</a:t>
            </a:r>
            <a:endParaRPr lang="pt-BR" dirty="0"/>
          </a:p>
          <a:p>
            <a:r>
              <a:rPr lang="pt-BR" b="1" dirty="0"/>
              <a:t>Curadoria geral</a:t>
            </a:r>
            <a:endParaRPr lang="pt-BR" dirty="0"/>
          </a:p>
          <a:p>
            <a:r>
              <a:rPr lang="pt-BR" dirty="0"/>
              <a:t>Daniel Rangel</a:t>
            </a:r>
          </a:p>
          <a:p>
            <a:r>
              <a:rPr lang="pt-BR" dirty="0" err="1"/>
              <a:t>Luis</a:t>
            </a:r>
            <a:r>
              <a:rPr lang="pt-BR" dirty="0"/>
              <a:t> Pérez-</a:t>
            </a:r>
            <a:r>
              <a:rPr lang="pt-BR" dirty="0" err="1"/>
              <a:t>Oramas</a:t>
            </a:r>
            <a:endParaRPr lang="pt-BR" dirty="0"/>
          </a:p>
          <a:p>
            <a:r>
              <a:rPr lang="pt-BR" b="1" dirty="0"/>
              <a:t>Curadoria adjunta</a:t>
            </a:r>
            <a:endParaRPr lang="pt-BR" dirty="0"/>
          </a:p>
          <a:p>
            <a:r>
              <a:rPr lang="pt-BR" dirty="0"/>
              <a:t>Lúcia K. Stumpf</a:t>
            </a:r>
          </a:p>
          <a:p>
            <a:r>
              <a:rPr lang="pt-BR" b="1" dirty="0"/>
              <a:t>Acervo Carlito Carvalhosa</a:t>
            </a:r>
            <a:endParaRPr lang="pt-BR" dirty="0"/>
          </a:p>
          <a:p>
            <a:r>
              <a:rPr lang="pt-BR" b="1" dirty="0"/>
              <a:t>Assistente de Artista</a:t>
            </a:r>
            <a:endParaRPr lang="pt-BR" dirty="0"/>
          </a:p>
          <a:p>
            <a:r>
              <a:rPr lang="pt-BR" dirty="0"/>
              <a:t>Carolina Veiga</a:t>
            </a:r>
          </a:p>
          <a:p>
            <a:r>
              <a:rPr lang="pt-BR" b="1" dirty="0"/>
              <a:t>Produção executiva</a:t>
            </a:r>
            <a:endParaRPr lang="pt-BR" dirty="0"/>
          </a:p>
          <a:p>
            <a:r>
              <a:rPr lang="pt-BR" dirty="0"/>
              <a:t>N+1 Arte Cultura</a:t>
            </a:r>
          </a:p>
          <a:p>
            <a:endParaRPr lang="pt-BR" dirty="0"/>
          </a:p>
        </p:txBody>
      </p:sp>
      <p:sp>
        <p:nvSpPr>
          <p:cNvPr id="11" name="CaixaDeTexto 10">
            <a:extLst>
              <a:ext uri="{FF2B5EF4-FFF2-40B4-BE49-F238E27FC236}">
                <a16:creationId xmlns:a16="http://schemas.microsoft.com/office/drawing/2014/main" id="{E187EFEF-0CF9-DE18-ED75-5D4E3FDCC40B}"/>
              </a:ext>
            </a:extLst>
          </p:cNvPr>
          <p:cNvSpPr txBox="1"/>
          <p:nvPr/>
        </p:nvSpPr>
        <p:spPr>
          <a:xfrm>
            <a:off x="12496800" y="772299"/>
            <a:ext cx="5395429" cy="5632311"/>
          </a:xfrm>
          <a:prstGeom prst="rect">
            <a:avLst/>
          </a:prstGeom>
          <a:noFill/>
        </p:spPr>
        <p:txBody>
          <a:bodyPr wrap="square" rtlCol="0">
            <a:spAutoFit/>
          </a:bodyPr>
          <a:lstStyle/>
          <a:p>
            <a:r>
              <a:rPr lang="pt-BR" b="1" dirty="0"/>
              <a:t>Coordenação de produção</a:t>
            </a:r>
            <a:endParaRPr lang="pt-BR" dirty="0"/>
          </a:p>
          <a:p>
            <a:r>
              <a:rPr lang="pt-BR" dirty="0" err="1"/>
              <a:t>Têra</a:t>
            </a:r>
            <a:r>
              <a:rPr lang="pt-BR" dirty="0"/>
              <a:t> Queiroz</a:t>
            </a:r>
          </a:p>
          <a:p>
            <a:r>
              <a:rPr lang="pt-BR" b="1" dirty="0"/>
              <a:t>Assistente de produção</a:t>
            </a:r>
            <a:endParaRPr lang="pt-BR" dirty="0"/>
          </a:p>
          <a:p>
            <a:r>
              <a:rPr lang="pt-BR" dirty="0"/>
              <a:t>Júlia </a:t>
            </a:r>
            <a:r>
              <a:rPr lang="pt-BR" dirty="0" err="1"/>
              <a:t>Hallal</a:t>
            </a:r>
            <a:endParaRPr lang="pt-BR" dirty="0"/>
          </a:p>
          <a:p>
            <a:r>
              <a:rPr lang="pt-BR" b="1" dirty="0"/>
              <a:t>Projeto de Expográfico</a:t>
            </a:r>
            <a:endParaRPr lang="pt-BR" dirty="0"/>
          </a:p>
          <a:p>
            <a:r>
              <a:rPr lang="en-US" dirty="0"/>
              <a:t>Daniela Thomas</a:t>
            </a:r>
            <a:endParaRPr lang="pt-BR" dirty="0"/>
          </a:p>
          <a:p>
            <a:r>
              <a:rPr lang="en-US" dirty="0"/>
              <a:t>Felipe Tassara</a:t>
            </a:r>
            <a:endParaRPr lang="pt-BR" dirty="0"/>
          </a:p>
          <a:p>
            <a:r>
              <a:rPr lang="pt-BR" dirty="0"/>
              <a:t>(T+T Projetos)</a:t>
            </a:r>
          </a:p>
          <a:p>
            <a:r>
              <a:rPr lang="pt-BR" b="1" dirty="0"/>
              <a:t>Projeto de Engenharia</a:t>
            </a:r>
            <a:endParaRPr lang="pt-BR" dirty="0"/>
          </a:p>
          <a:p>
            <a:r>
              <a:rPr lang="pt-BR" dirty="0"/>
              <a:t>Heloisa </a:t>
            </a:r>
            <a:r>
              <a:rPr lang="pt-BR" dirty="0" err="1"/>
              <a:t>Maringoni</a:t>
            </a:r>
            <a:r>
              <a:rPr lang="pt-BR" dirty="0"/>
              <a:t> (Cia Projetos)</a:t>
            </a:r>
          </a:p>
          <a:p>
            <a:r>
              <a:rPr lang="pt-BR" b="1" dirty="0"/>
              <a:t>Projeto de Identidade Visual e Design</a:t>
            </a:r>
            <a:endParaRPr lang="pt-BR" dirty="0"/>
          </a:p>
          <a:p>
            <a:r>
              <a:rPr lang="pt-BR" dirty="0"/>
              <a:t>Giulia Fagundes</a:t>
            </a:r>
          </a:p>
          <a:p>
            <a:r>
              <a:rPr lang="pt-BR" dirty="0" err="1"/>
              <a:t>Thaíse</a:t>
            </a:r>
            <a:r>
              <a:rPr lang="pt-BR" dirty="0"/>
              <a:t> Amorim</a:t>
            </a:r>
          </a:p>
          <a:p>
            <a:r>
              <a:rPr lang="pt-BR" b="1" dirty="0"/>
              <a:t>Revisão de Texto</a:t>
            </a:r>
            <a:endParaRPr lang="pt-BR" dirty="0"/>
          </a:p>
          <a:p>
            <a:r>
              <a:rPr lang="pt-BR" dirty="0"/>
              <a:t>Márcia Macêdo</a:t>
            </a:r>
          </a:p>
          <a:p>
            <a:r>
              <a:rPr lang="pt-BR" b="1" dirty="0"/>
              <a:t>Audiovisual e legendagem</a:t>
            </a:r>
            <a:endParaRPr lang="pt-BR" dirty="0"/>
          </a:p>
          <a:p>
            <a:r>
              <a:rPr lang="pt-BR" dirty="0"/>
              <a:t>Henrique Smith</a:t>
            </a:r>
          </a:p>
          <a:p>
            <a:r>
              <a:rPr lang="pt-BR" b="1" dirty="0"/>
              <a:t>Coordenação de Ação Educativa </a:t>
            </a:r>
            <a:endParaRPr lang="pt-BR" dirty="0"/>
          </a:p>
          <a:p>
            <a:r>
              <a:rPr lang="en-US" dirty="0"/>
              <a:t>Auber Bettinelli e Stella Ramos / Zebra5</a:t>
            </a:r>
            <a:endParaRPr lang="pt-BR" dirty="0"/>
          </a:p>
          <a:p>
            <a:r>
              <a:rPr lang="en-US" dirty="0"/>
              <a:t> </a:t>
            </a:r>
            <a:endParaRPr lang="pt-BR" dirty="0"/>
          </a:p>
        </p:txBody>
      </p:sp>
    </p:spTree>
    <p:extLst>
      <p:ext uri="{BB962C8B-B14F-4D97-AF65-F5344CB8AC3E}">
        <p14:creationId xmlns:p14="http://schemas.microsoft.com/office/powerpoint/2010/main" val="3730727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70880-D7F0-D1DD-9E5A-F8EBAA9875C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AB37E84-BBA7-4456-832A-1EA0A5EBA1F3}"/>
              </a:ext>
            </a:extLst>
          </p:cNvPr>
          <p:cNvSpPr/>
          <p:nvPr/>
        </p:nvSpPr>
        <p:spPr>
          <a:xfrm>
            <a:off x="-5862"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364" b="-3364"/>
            </a:stretch>
          </a:blipFill>
        </p:spPr>
        <p:txBody>
          <a:bodyPr/>
          <a:lstStyle/>
          <a:p>
            <a:endParaRPr lang="pt-BR" dirty="0"/>
          </a:p>
        </p:txBody>
      </p:sp>
      <p:sp>
        <p:nvSpPr>
          <p:cNvPr id="3" name="AutoShape 3">
            <a:extLst>
              <a:ext uri="{FF2B5EF4-FFF2-40B4-BE49-F238E27FC236}">
                <a16:creationId xmlns:a16="http://schemas.microsoft.com/office/drawing/2014/main" id="{6D77A73D-44E1-C963-02A5-47D1306655D4}"/>
              </a:ext>
            </a:extLst>
          </p:cNvPr>
          <p:cNvSpPr/>
          <p:nvPr/>
        </p:nvSpPr>
        <p:spPr>
          <a:xfrm>
            <a:off x="-585133" y="8805859"/>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4" name="AutoShape 4">
            <a:extLst>
              <a:ext uri="{FF2B5EF4-FFF2-40B4-BE49-F238E27FC236}">
                <a16:creationId xmlns:a16="http://schemas.microsoft.com/office/drawing/2014/main" id="{1DDB1F2C-42E9-4A15-4C2C-40543DD6C5B2}"/>
              </a:ext>
            </a:extLst>
          </p:cNvPr>
          <p:cNvSpPr/>
          <p:nvPr/>
        </p:nvSpPr>
        <p:spPr>
          <a:xfrm>
            <a:off x="-585133" y="9334500"/>
            <a:ext cx="18873133" cy="0"/>
          </a:xfrm>
          <a:prstGeom prst="line">
            <a:avLst/>
          </a:prstGeom>
          <a:ln w="9525" cap="rnd">
            <a:solidFill>
              <a:srgbClr val="000000"/>
            </a:solidFill>
            <a:prstDash val="solid"/>
            <a:headEnd type="none" w="sm" len="sm"/>
            <a:tailEnd type="none" w="sm" len="sm"/>
          </a:ln>
        </p:spPr>
        <p:txBody>
          <a:bodyPr/>
          <a:lstStyle/>
          <a:p>
            <a:endParaRPr lang="pt-BR"/>
          </a:p>
        </p:txBody>
      </p:sp>
      <p:sp>
        <p:nvSpPr>
          <p:cNvPr id="6" name="TextBox 7">
            <a:extLst>
              <a:ext uri="{FF2B5EF4-FFF2-40B4-BE49-F238E27FC236}">
                <a16:creationId xmlns:a16="http://schemas.microsoft.com/office/drawing/2014/main" id="{93CAEAE7-567E-2CAB-8DBB-B04A441A9FA2}"/>
              </a:ext>
            </a:extLst>
          </p:cNvPr>
          <p:cNvSpPr txBox="1"/>
          <p:nvPr/>
        </p:nvSpPr>
        <p:spPr>
          <a:xfrm>
            <a:off x="838200" y="1346835"/>
            <a:ext cx="17068800" cy="9971961"/>
          </a:xfrm>
          <a:prstGeom prst="rect">
            <a:avLst/>
          </a:prstGeom>
        </p:spPr>
        <p:txBody>
          <a:bodyPr wrap="square" lIns="0" tIns="0" rIns="0" bIns="0" numCol="2" rtlCol="0" anchor="t">
            <a:spAutoFit/>
          </a:bodyPr>
          <a:lstStyle/>
          <a:p>
            <a:r>
              <a:rPr lang="pt-BR" b="1" dirty="0"/>
              <a:t>Equipe Educativa</a:t>
            </a:r>
            <a:endParaRPr lang="pt-BR" dirty="0"/>
          </a:p>
          <a:p>
            <a:r>
              <a:rPr lang="pt-BR" dirty="0"/>
              <a:t>Lili </a:t>
            </a:r>
            <a:r>
              <a:rPr lang="pt-BR" dirty="0" err="1"/>
              <a:t>Antonelo</a:t>
            </a:r>
            <a:r>
              <a:rPr lang="pt-BR" dirty="0"/>
              <a:t> (supervisão), Vinicius Nonato (supervisão), Vitor Bárbara Vedovato (supervisão), Alexia Furacão, Artur Nava, Babi, C.B.O, Clara </a:t>
            </a:r>
            <a:r>
              <a:rPr lang="pt-BR" dirty="0" err="1"/>
              <a:t>Berigo</a:t>
            </a:r>
            <a:r>
              <a:rPr lang="pt-BR" dirty="0"/>
              <a:t>, </a:t>
            </a:r>
            <a:r>
              <a:rPr lang="pt-BR" dirty="0" err="1"/>
              <a:t>CuRu</a:t>
            </a:r>
            <a:r>
              <a:rPr lang="pt-BR" dirty="0"/>
              <a:t>, Denise </a:t>
            </a:r>
            <a:r>
              <a:rPr lang="pt-BR" dirty="0" err="1"/>
              <a:t>Bitati</a:t>
            </a:r>
            <a:r>
              <a:rPr lang="pt-BR" dirty="0"/>
              <a:t>, Eduardo André, Erika Gonçalves, Ester Leal, Felipe </a:t>
            </a:r>
            <a:r>
              <a:rPr lang="pt-BR" dirty="0" err="1"/>
              <a:t>Mamone</a:t>
            </a:r>
            <a:r>
              <a:rPr lang="pt-BR" dirty="0"/>
              <a:t>, Fernanda </a:t>
            </a:r>
            <a:r>
              <a:rPr lang="pt-BR" dirty="0" err="1"/>
              <a:t>Pantuzzo</a:t>
            </a:r>
            <a:r>
              <a:rPr lang="pt-BR" dirty="0"/>
              <a:t>, João Pedro, Joyce Emanuelle, Karen </a:t>
            </a:r>
            <a:r>
              <a:rPr lang="pt-BR" dirty="0" err="1"/>
              <a:t>Anisia</a:t>
            </a:r>
            <a:r>
              <a:rPr lang="pt-BR" dirty="0"/>
              <a:t>, Lara Júlia, Lu Martins, </a:t>
            </a:r>
            <a:r>
              <a:rPr lang="pt-BR" dirty="0" err="1"/>
              <a:t>Luba</a:t>
            </a:r>
            <a:r>
              <a:rPr lang="pt-BR" dirty="0"/>
              <a:t>, </a:t>
            </a:r>
            <a:r>
              <a:rPr lang="pt-BR" dirty="0" err="1"/>
              <a:t>Lude</a:t>
            </a:r>
            <a:r>
              <a:rPr lang="pt-BR" dirty="0"/>
              <a:t>, Matheus </a:t>
            </a:r>
            <a:r>
              <a:rPr lang="pt-BR" dirty="0" err="1"/>
              <a:t>Bichoto</a:t>
            </a:r>
            <a:r>
              <a:rPr lang="pt-BR" dirty="0"/>
              <a:t>, Rafa Black, Sofia Lisboa, Sol Rodrigues, Xavier.</a:t>
            </a:r>
          </a:p>
          <a:p>
            <a:r>
              <a:rPr lang="pt-BR" b="1" dirty="0"/>
              <a:t> </a:t>
            </a:r>
            <a:endParaRPr lang="pt-BR" dirty="0"/>
          </a:p>
          <a:p>
            <a:r>
              <a:rPr lang="pt-BR" b="1" dirty="0"/>
              <a:t> </a:t>
            </a:r>
            <a:endParaRPr lang="pt-BR" dirty="0"/>
          </a:p>
          <a:p>
            <a:r>
              <a:rPr lang="pt-BR" b="1" dirty="0"/>
              <a:t>Projeto de Acessibilidade</a:t>
            </a:r>
            <a:endParaRPr lang="pt-BR" dirty="0"/>
          </a:p>
          <a:p>
            <a:r>
              <a:rPr lang="pt-BR" dirty="0" err="1"/>
              <a:t>ArteInclusão</a:t>
            </a:r>
            <a:endParaRPr lang="pt-BR" dirty="0"/>
          </a:p>
          <a:p>
            <a:r>
              <a:rPr lang="pt-BR" b="1" dirty="0"/>
              <a:t>Projeto de Iluminação</a:t>
            </a:r>
            <a:endParaRPr lang="pt-BR" dirty="0"/>
          </a:p>
          <a:p>
            <a:r>
              <a:rPr lang="pt-BR" dirty="0" err="1"/>
              <a:t>Grissel</a:t>
            </a:r>
            <a:r>
              <a:rPr lang="pt-BR" dirty="0"/>
              <a:t> </a:t>
            </a:r>
            <a:r>
              <a:rPr lang="pt-BR" dirty="0" err="1"/>
              <a:t>Piguillem</a:t>
            </a:r>
            <a:r>
              <a:rPr lang="pt-BR" dirty="0"/>
              <a:t> Manganelli</a:t>
            </a:r>
          </a:p>
          <a:p>
            <a:r>
              <a:rPr lang="pt-BR" b="1" dirty="0"/>
              <a:t>Assistência Projeto de Iluminação </a:t>
            </a:r>
            <a:endParaRPr lang="pt-BR" dirty="0"/>
          </a:p>
          <a:p>
            <a:r>
              <a:rPr lang="pt-BR" dirty="0" err="1"/>
              <a:t>Kuka</a:t>
            </a:r>
            <a:r>
              <a:rPr lang="pt-BR" dirty="0"/>
              <a:t> Batista</a:t>
            </a:r>
          </a:p>
          <a:p>
            <a:r>
              <a:rPr lang="pt-BR" b="1" dirty="0"/>
              <a:t>Projeto Audiovisual</a:t>
            </a:r>
            <a:endParaRPr lang="pt-BR" dirty="0"/>
          </a:p>
          <a:p>
            <a:r>
              <a:rPr lang="pt-BR" dirty="0" err="1"/>
              <a:t>Átrícia</a:t>
            </a:r>
            <a:r>
              <a:rPr lang="pt-BR" dirty="0"/>
              <a:t> Mesquita (</a:t>
            </a:r>
            <a:r>
              <a:rPr lang="pt-BR" dirty="0" err="1"/>
              <a:t>Mit</a:t>
            </a:r>
            <a:r>
              <a:rPr lang="pt-BR" dirty="0"/>
              <a:t> Arte)</a:t>
            </a:r>
          </a:p>
          <a:p>
            <a:r>
              <a:rPr lang="pt-BR" b="1" dirty="0"/>
              <a:t>Projeto de Segurança</a:t>
            </a:r>
            <a:endParaRPr lang="pt-BR" dirty="0"/>
          </a:p>
          <a:p>
            <a:r>
              <a:rPr lang="pt-BR" dirty="0"/>
              <a:t>David Berg</a:t>
            </a:r>
          </a:p>
          <a:p>
            <a:r>
              <a:rPr lang="pt-BR" b="1" dirty="0"/>
              <a:t>Projeto de Elétrica</a:t>
            </a:r>
            <a:endParaRPr lang="pt-BR" dirty="0"/>
          </a:p>
          <a:p>
            <a:r>
              <a:rPr lang="pt-BR" dirty="0"/>
              <a:t>Jarreta Projetos</a:t>
            </a:r>
          </a:p>
          <a:p>
            <a:r>
              <a:rPr lang="pt-BR" b="1" dirty="0"/>
              <a:t>Conservação</a:t>
            </a:r>
            <a:endParaRPr lang="pt-BR" dirty="0"/>
          </a:p>
          <a:p>
            <a:r>
              <a:rPr lang="pt-BR" dirty="0"/>
              <a:t>Sandra Penha</a:t>
            </a:r>
          </a:p>
          <a:p>
            <a:r>
              <a:rPr lang="pt-BR" dirty="0"/>
              <a:t>Clara Nunes</a:t>
            </a:r>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endParaRPr lang="pt-BR" dirty="0"/>
          </a:p>
          <a:p>
            <a:r>
              <a:rPr lang="pt-BR" b="1" dirty="0"/>
              <a:t>Produção de obras</a:t>
            </a:r>
            <a:r>
              <a:rPr lang="pt-BR" dirty="0"/>
              <a:t> </a:t>
            </a:r>
          </a:p>
          <a:p>
            <a:r>
              <a:rPr lang="pt-BR" dirty="0"/>
              <a:t>Rafael Buosi</a:t>
            </a:r>
          </a:p>
          <a:p>
            <a:r>
              <a:rPr lang="pt-BR" dirty="0"/>
              <a:t>Lorena Pini Pazzanese</a:t>
            </a:r>
          </a:p>
          <a:p>
            <a:r>
              <a:rPr lang="pt-BR" b="1" dirty="0"/>
              <a:t>Coordenação de Montagem </a:t>
            </a:r>
            <a:endParaRPr lang="pt-BR" dirty="0"/>
          </a:p>
          <a:p>
            <a:r>
              <a:rPr lang="en-US" dirty="0"/>
              <a:t>Haroldo Alves</a:t>
            </a:r>
            <a:endParaRPr lang="pt-BR" dirty="0"/>
          </a:p>
          <a:p>
            <a:r>
              <a:rPr lang="en-US" b="1" dirty="0"/>
              <a:t>Equipe de </a:t>
            </a:r>
            <a:r>
              <a:rPr lang="en-US" b="1" dirty="0" err="1"/>
              <a:t>montagem</a:t>
            </a:r>
            <a:r>
              <a:rPr lang="en-US" b="1" dirty="0"/>
              <a:t> de </a:t>
            </a:r>
            <a:r>
              <a:rPr lang="en-US" b="1" dirty="0" err="1"/>
              <a:t>obras</a:t>
            </a:r>
            <a:endParaRPr lang="pt-BR" dirty="0"/>
          </a:p>
          <a:p>
            <a:r>
              <a:rPr lang="pt-BR" dirty="0"/>
              <a:t>Arte Técnica</a:t>
            </a:r>
          </a:p>
          <a:p>
            <a:r>
              <a:rPr lang="pt-BR" dirty="0" err="1"/>
              <a:t>Install</a:t>
            </a:r>
            <a:endParaRPr lang="pt-BR" dirty="0"/>
          </a:p>
          <a:p>
            <a:r>
              <a:rPr lang="pt-BR" b="1" dirty="0"/>
              <a:t>Assistente de montagem</a:t>
            </a:r>
            <a:endParaRPr lang="pt-BR" dirty="0"/>
          </a:p>
          <a:p>
            <a:r>
              <a:rPr lang="en-US" b="1" dirty="0"/>
              <a:t>[Art Handling  Assistant]</a:t>
            </a:r>
            <a:endParaRPr lang="pt-BR" dirty="0"/>
          </a:p>
          <a:p>
            <a:r>
              <a:rPr lang="en-US" dirty="0"/>
              <a:t>Gabriela Gonzalez</a:t>
            </a:r>
            <a:endParaRPr lang="pt-BR" dirty="0"/>
          </a:p>
          <a:p>
            <a:r>
              <a:rPr lang="en-US" b="1" dirty="0" err="1"/>
              <a:t>Costureira</a:t>
            </a:r>
            <a:endParaRPr lang="pt-BR" dirty="0"/>
          </a:p>
          <a:p>
            <a:r>
              <a:rPr lang="pt-BR" dirty="0"/>
              <a:t>Lady Ponto de Costura</a:t>
            </a:r>
          </a:p>
          <a:p>
            <a:r>
              <a:rPr lang="pt-BR" b="1" dirty="0"/>
              <a:t>Execução do Projeto de Arquitetura</a:t>
            </a:r>
            <a:endParaRPr lang="pt-BR" dirty="0"/>
          </a:p>
          <a:p>
            <a:r>
              <a:rPr lang="pt-BR" dirty="0"/>
              <a:t>Cenografia Catanduva</a:t>
            </a:r>
          </a:p>
          <a:p>
            <a:r>
              <a:rPr lang="pt-BR" b="1" dirty="0"/>
              <a:t>Execução do Projeto de Iluminação</a:t>
            </a:r>
            <a:endParaRPr lang="pt-BR" dirty="0"/>
          </a:p>
          <a:p>
            <a:r>
              <a:rPr lang="en-US" dirty="0"/>
              <a:t>PIAF Audiovisual e </a:t>
            </a:r>
            <a:r>
              <a:rPr lang="en-US" dirty="0" err="1"/>
              <a:t>Multimídia</a:t>
            </a:r>
            <a:endParaRPr lang="pt-BR" dirty="0"/>
          </a:p>
          <a:p>
            <a:r>
              <a:rPr lang="pt-BR" b="1" dirty="0"/>
              <a:t>Execução do Projeto Audiovisual </a:t>
            </a:r>
            <a:endParaRPr lang="pt-BR" dirty="0"/>
          </a:p>
          <a:p>
            <a:r>
              <a:rPr lang="pt-BR" dirty="0"/>
              <a:t>Maxi </a:t>
            </a:r>
            <a:r>
              <a:rPr lang="pt-BR" dirty="0" err="1"/>
              <a:t>Audio</a:t>
            </a:r>
            <a:r>
              <a:rPr lang="pt-BR" dirty="0"/>
              <a:t> Luz e Imagem</a:t>
            </a:r>
          </a:p>
          <a:p>
            <a:r>
              <a:rPr lang="pt-BR" b="1" dirty="0"/>
              <a:t>Execução do Projeto de Identidade Visual </a:t>
            </a:r>
            <a:endParaRPr lang="pt-BR" dirty="0"/>
          </a:p>
          <a:p>
            <a:r>
              <a:rPr lang="pt-BR" dirty="0" err="1"/>
              <a:t>Secall</a:t>
            </a:r>
            <a:r>
              <a:rPr lang="pt-BR" dirty="0"/>
              <a:t> Comunicação Visual Ltda</a:t>
            </a:r>
          </a:p>
          <a:p>
            <a:r>
              <a:rPr lang="pt-BR" b="1" dirty="0"/>
              <a:t>Transporte Nacional </a:t>
            </a:r>
            <a:endParaRPr lang="pt-BR" dirty="0"/>
          </a:p>
          <a:p>
            <a:r>
              <a:rPr lang="pt-BR" dirty="0" err="1"/>
              <a:t>Art</a:t>
            </a:r>
            <a:r>
              <a:rPr lang="pt-BR" dirty="0"/>
              <a:t> </a:t>
            </a:r>
            <a:r>
              <a:rPr lang="pt-BR" dirty="0" err="1"/>
              <a:t>Quality</a:t>
            </a:r>
            <a:endParaRPr lang="pt-BR" dirty="0"/>
          </a:p>
          <a:p>
            <a:r>
              <a:rPr lang="pt-BR" b="1" dirty="0"/>
              <a:t>Assessoria Jurídica</a:t>
            </a:r>
            <a:endParaRPr lang="pt-BR" dirty="0"/>
          </a:p>
          <a:p>
            <a:r>
              <a:rPr lang="pt-BR" dirty="0"/>
              <a:t>Patrícia Galvão</a:t>
            </a:r>
            <a:endParaRPr lang="en-US" sz="4000" spc="-458" dirty="0">
              <a:solidFill>
                <a:srgbClr val="000000"/>
              </a:solidFill>
              <a:latin typeface="Archivo Black"/>
              <a:ea typeface="Archivo Black"/>
              <a:cs typeface="Archivo Black"/>
              <a:sym typeface="Archivo Black"/>
            </a:endParaRPr>
          </a:p>
        </p:txBody>
      </p:sp>
    </p:spTree>
    <p:extLst>
      <p:ext uri="{BB962C8B-B14F-4D97-AF65-F5344CB8AC3E}">
        <p14:creationId xmlns:p14="http://schemas.microsoft.com/office/powerpoint/2010/main" val="4056729235"/>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F4AA543F6DF343AE125287C7372420" ma:contentTypeVersion="19" ma:contentTypeDescription="Create a new document." ma:contentTypeScope="" ma:versionID="80e31c2d4cf67f597e2913233729ac87">
  <xsd:schema xmlns:xsd="http://www.w3.org/2001/XMLSchema" xmlns:xs="http://www.w3.org/2001/XMLSchema" xmlns:p="http://schemas.microsoft.com/office/2006/metadata/properties" xmlns:ns2="2f0f1dc7-e081-4ee5-8ddc-4eb9cb678d23" xmlns:ns3="0c3ae786-5e4f-419c-8a3f-0eb5f2beec71" targetNamespace="http://schemas.microsoft.com/office/2006/metadata/properties" ma:root="true" ma:fieldsID="63c7e8f0b8b92c9c338ade3a17bd240b" ns2:_="" ns3:_="">
    <xsd:import namespace="2f0f1dc7-e081-4ee5-8ddc-4eb9cb678d23"/>
    <xsd:import namespace="0c3ae786-5e4f-419c-8a3f-0eb5f2beec71"/>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0f1dc7-e081-4ee5-8ddc-4eb9cb678d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3e1715-c84c-4513-8882-6ca9fbd4fec8"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c3ae786-5e4f-419c-8a3f-0eb5f2beec71"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1bef07-5750-4eca-98f1-e07cb21896cd}" ma:internalName="TaxCatchAll" ma:showField="CatchAllData" ma:web="0c3ae786-5e4f-419c-8a3f-0eb5f2beec7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f0f1dc7-e081-4ee5-8ddc-4eb9cb678d23">
      <Terms xmlns="http://schemas.microsoft.com/office/infopath/2007/PartnerControls"/>
    </lcf76f155ced4ddcb4097134ff3c332f>
    <TaxCatchAll xmlns="0c3ae786-5e4f-419c-8a3f-0eb5f2beec71" xsi:nil="true"/>
  </documentManagement>
</p:properties>
</file>

<file path=customXml/itemProps1.xml><?xml version="1.0" encoding="utf-8"?>
<ds:datastoreItem xmlns:ds="http://schemas.openxmlformats.org/officeDocument/2006/customXml" ds:itemID="{D7A70C2C-9F02-48CC-9533-9D1A03C3D0AD}"/>
</file>

<file path=customXml/itemProps2.xml><?xml version="1.0" encoding="utf-8"?>
<ds:datastoreItem xmlns:ds="http://schemas.openxmlformats.org/officeDocument/2006/customXml" ds:itemID="{BED3F7AE-B181-44B9-BCBD-181EE60B0448}">
  <ds:schemaRefs>
    <ds:schemaRef ds:uri="http://schemas.microsoft.com/sharepoint/v3/contenttype/forms"/>
  </ds:schemaRefs>
</ds:datastoreItem>
</file>

<file path=customXml/itemProps3.xml><?xml version="1.0" encoding="utf-8"?>
<ds:datastoreItem xmlns:ds="http://schemas.openxmlformats.org/officeDocument/2006/customXml" ds:itemID="{C4216E51-BF42-4DF3-BB5F-F92C4A17FB27}">
  <ds:schemaRefs>
    <ds:schemaRef ds:uri="http://purl.org/dc/elements/1.1/"/>
    <ds:schemaRef ds:uri="http://purl.org/dc/dcmitype/"/>
    <ds:schemaRef ds:uri="0c3ae786-5e4f-419c-8a3f-0eb5f2beec71"/>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2f0f1dc7-e081-4ee5-8ddc-4eb9cb678d23"/>
    <ds:schemaRef ds:uri="http://purl.org/dc/terms/"/>
    <ds:schemaRef ds:uri="973ec7ec-4f6a-4c10-9336-33fb66093f43"/>
    <ds:schemaRef ds:uri="b4fb7ca9-1a7d-4bba-976b-c94bf10a247a"/>
  </ds:schemaRefs>
</ds:datastoreItem>
</file>

<file path=docProps/app.xml><?xml version="1.0" encoding="utf-8"?>
<Properties xmlns="http://schemas.openxmlformats.org/officeDocument/2006/extended-properties" xmlns:vt="http://schemas.openxmlformats.org/officeDocument/2006/docPropsVTypes">
  <Template/>
  <TotalTime>489</TotalTime>
  <Words>677</Words>
  <Application>Microsoft Office PowerPoint</Application>
  <PresentationFormat>Personalizar</PresentationFormat>
  <Paragraphs>176</Paragraphs>
  <Slides>13</Slides>
  <Notes>0</Notes>
  <HiddenSlides>0</HiddenSlides>
  <MMClips>0</MMClips>
  <ScaleCrop>false</ScaleCrop>
  <HeadingPairs>
    <vt:vector size="4" baseType="variant">
      <vt:variant>
        <vt:lpstr>Tema</vt:lpstr>
      </vt:variant>
      <vt:variant>
        <vt:i4>1</vt:i4>
      </vt:variant>
      <vt:variant>
        <vt:lpstr>Títulos de slides</vt:lpstr>
      </vt:variant>
      <vt:variant>
        <vt:i4>13</vt:i4>
      </vt:variant>
    </vt:vector>
  </HeadingPairs>
  <TitlesOfParts>
    <vt:vector size="14" baseType="lpstr">
      <vt:lpstr>Tema do Office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Assojaba Tupinamba</dc:title>
  <dc:creator>Pedro Leonardo Leme Bueno</dc:creator>
  <cp:lastModifiedBy>Leonardo Leme Bueno</cp:lastModifiedBy>
  <cp:revision>6</cp:revision>
  <dcterms:created xsi:type="dcterms:W3CDTF">2006-08-16T00:00:00Z</dcterms:created>
  <dcterms:modified xsi:type="dcterms:W3CDTF">2026-04-28T15:12:48Z</dcterms:modified>
  <dc:identifier>DAG38scdCyg</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0x01010026F4AA543F6DF343AE125287C7372420</vt:lpwstr>
  </property>
  <property fmtid="{D5CDD505-2E9C-101B-9397-08002B2CF9AE}" pid="3" name="MediaServiceImageTags">
    <vt:lpwstr/>
  </property>
</Properties>
</file>